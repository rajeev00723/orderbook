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
  </p:notesMasterIdLst>
  <p:sldIdLst>
    <p:sldId id="2147473580" r:id="rId5"/>
    <p:sldId id="2147473538" r:id="rId6"/>
  </p:sldIdLst>
  <p:sldSz cx="9144000" cy="5143500" type="screen16x9"/>
  <p:notesSz cx="6858000" cy="9144000"/>
  <p:custDataLst>
    <p:tags r:id="rId8"/>
  </p:custDataLst>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04" userDrawn="1">
          <p15:clr>
            <a:srgbClr val="A4A3A4"/>
          </p15:clr>
        </p15:guide>
        <p15:guide id="2" pos="5556" userDrawn="1">
          <p15:clr>
            <a:srgbClr val="A4A3A4"/>
          </p15:clr>
        </p15:guide>
        <p15:guide id="3" orient="horz" pos="725" userDrawn="1">
          <p15:clr>
            <a:srgbClr val="A4A3A4"/>
          </p15:clr>
        </p15:guide>
        <p15:guide id="4" orient="horz" pos="2950" userDrawn="1">
          <p15:clr>
            <a:srgbClr val="A4A3A4"/>
          </p15:clr>
        </p15:guide>
        <p15:guide id="5" orient="horz" pos="238" userDrawn="1">
          <p15:clr>
            <a:srgbClr val="A4A3A4"/>
          </p15:clr>
        </p15:guide>
        <p15:guide id="6" pos="2832" userDrawn="1">
          <p15:clr>
            <a:srgbClr val="A4A3A4"/>
          </p15:clr>
        </p15:guide>
        <p15:guide id="7" pos="2933" userDrawn="1">
          <p15:clr>
            <a:srgbClr val="A4A3A4"/>
          </p15:clr>
        </p15:guide>
        <p15:guide id="8" pos="2023" userDrawn="1">
          <p15:clr>
            <a:srgbClr val="A4A3A4"/>
          </p15:clr>
        </p15:guide>
        <p15:guide id="9" pos="1917" userDrawn="1">
          <p15:clr>
            <a:srgbClr val="A4A3A4"/>
          </p15:clr>
        </p15:guide>
        <p15:guide id="10" pos="3737" userDrawn="1">
          <p15:clr>
            <a:srgbClr val="A4A3A4"/>
          </p15:clr>
        </p15:guide>
        <p15:guide id="11" pos="384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ike Schmidt" initials="MS" lastIdx="3" clrIdx="0">
    <p:extLst>
      <p:ext uri="{19B8F6BF-5375-455C-9EA6-DF929625EA0E}">
        <p15:presenceInfo xmlns:p15="http://schemas.microsoft.com/office/powerpoint/2012/main" userId="S::maike.schmidt@strategy-compass.com::b4eb969c-01b2-4915-aef7-794a5e1eccd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A9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9810C2D-2C2F-4581-8AFF-CD78C2D722A2}">
  <a:tblStyle styleId="{09810C2D-2C2F-4581-8AFF-CD78C2D722A2}" styleName="DHL Table No BG">
    <a:tblBg>
      <a:fill>
        <a:noFill/>
      </a:fill>
    </a:tblBg>
    <a:wholeTbl>
      <a:tcTxStyle>
        <a:fontRef idx="minor"/>
        <a:schemeClr val="tx1"/>
      </a:tcTxStyle>
      <a:tcStyle>
        <a:tcBdr>
          <a:left>
            <a:ln>
              <a:noFill/>
            </a:ln>
          </a:left>
          <a:right>
            <a:ln>
              <a:noFill/>
            </a:ln>
          </a:right>
          <a:top>
            <a:ln w="28575" cmpd="sng">
              <a:solidFill>
                <a:schemeClr val="accent4"/>
              </a:solidFill>
            </a:ln>
          </a:top>
          <a:bottom>
            <a:ln w="28575" cmpd="sng">
              <a:solidFill>
                <a:schemeClr val="accent4"/>
              </a:solidFill>
            </a:ln>
          </a:bottom>
          <a:insideH>
            <a:ln w="12700" cmpd="sng">
              <a:solidFill>
                <a:schemeClr val="tx1"/>
              </a:solidFill>
            </a:ln>
          </a:insideH>
          <a:insideV>
            <a:ln>
              <a:noFill/>
            </a:ln>
          </a:insideV>
        </a:tcBdr>
        <a:fill>
          <a:solidFill>
            <a:schemeClr val="bg1"/>
          </a:solidFill>
        </a:fill>
      </a:tcStyle>
    </a:wholeTbl>
    <a:band1H>
      <a:tcStyle>
        <a:tcBdr/>
        <a:fill>
          <a:noFill/>
        </a:fill>
      </a:tcStyle>
    </a:band1H>
    <a:band2H>
      <a:tcStyle>
        <a:tcBdr/>
        <a:fill>
          <a:noFill/>
        </a:fill>
      </a:tcStyle>
    </a:band2H>
    <a:band1V>
      <a:tcStyle>
        <a:tcBdr/>
        <a:fill>
          <a:noFill/>
        </a:fill>
      </a:tcStyle>
    </a:band1V>
    <a:band2V>
      <a:tcStyle>
        <a:tcBdr/>
        <a:fill>
          <a:noFill/>
        </a:fill>
      </a:tcStyle>
    </a:band2V>
    <a:lastCol>
      <a:tcTxStyle/>
      <a:tcStyle>
        <a:tcBdr/>
      </a:tcStyle>
    </a:lastCol>
    <a:firstCol>
      <a:tcStyle>
        <a:tcBdr/>
        <a:fill>
          <a:noFill/>
        </a:fill>
      </a:tcStyle>
    </a:firstCol>
    <a:lastRow>
      <a:tcStyle>
        <a:tcBdr/>
        <a:fill>
          <a:noFill/>
        </a:fill>
      </a:tcStyle>
    </a:lastRow>
    <a:firstRow>
      <a:tcTxStyle/>
      <a:tcStyle>
        <a:tcBdr>
          <a:bottom>
            <a:ln w="12700" cmpd="sng">
              <a:solidFill>
                <a:schemeClr val="tx1"/>
              </a:solidFill>
            </a:ln>
          </a:bottom>
        </a:tcBdr>
        <a:fill>
          <a:noFill/>
        </a:fill>
      </a:tcStyle>
    </a:firstRow>
  </a:tblStyle>
  <a:tblStyle styleId="{E6C8A55F-5544-428C-9B86-97CFDF07063B}" styleName="DHL Table White BG">
    <a:tblBg>
      <a:fill>
        <a:noFill/>
      </a:fill>
    </a:tblBg>
    <a:wholeTbl>
      <a:tcTxStyle>
        <a:fontRef idx="minor"/>
        <a:schemeClr val="tx1"/>
      </a:tcTxStyle>
      <a:tcStyle>
        <a:tcBdr>
          <a:left>
            <a:ln>
              <a:noFill/>
            </a:ln>
          </a:left>
          <a:right>
            <a:ln>
              <a:noFill/>
            </a:ln>
          </a:right>
          <a:top>
            <a:ln w="28575" cmpd="sng">
              <a:solidFill>
                <a:schemeClr val="accent4"/>
              </a:solidFill>
            </a:ln>
          </a:top>
          <a:bottom>
            <a:ln w="28575" cmpd="sng">
              <a:solidFill>
                <a:schemeClr val="accent4"/>
              </a:solidFill>
            </a:ln>
          </a:bottom>
          <a:insideH>
            <a:ln w="12700" cmpd="sng">
              <a:solidFill>
                <a:schemeClr val="tx1"/>
              </a:solidFill>
            </a:ln>
          </a:insideH>
          <a:insideV>
            <a:ln>
              <a:noFill/>
            </a:ln>
          </a:insideV>
        </a:tcBdr>
        <a:fill>
          <a:noFill/>
        </a:fill>
      </a:tcStyle>
    </a:wholeTbl>
    <a:band1H>
      <a:tcStyle>
        <a:tcBdr/>
        <a:fill>
          <a:solidFill>
            <a:schemeClr val="bg1">
              <a:tint val="100000"/>
            </a:schemeClr>
          </a:solidFill>
        </a:fill>
      </a:tcStyle>
    </a:band1H>
    <a:band2H>
      <a:tcStyle>
        <a:tcBdr/>
        <a:fill>
          <a:solidFill>
            <a:schemeClr val="bg1">
              <a:lumMod val="20000"/>
              <a:lumOff val="80000"/>
            </a:schemeClr>
          </a:solidFill>
        </a:fill>
      </a:tcStyle>
    </a:band2H>
    <a:band1V>
      <a:tcStyle>
        <a:tcBdr/>
        <a:fill>
          <a:solidFill>
            <a:schemeClr val="bg1">
              <a:lumMod val="20000"/>
              <a:lumOff val="80000"/>
            </a:schemeClr>
          </a:solidFill>
        </a:fill>
      </a:tcStyle>
    </a:band1V>
    <a:band2V>
      <a:tcStyle>
        <a:tcBdr/>
        <a:fill>
          <a:solidFill>
            <a:schemeClr val="bg1">
              <a:lumMod val="20000"/>
              <a:lumOff val="80000"/>
            </a:schemeClr>
          </a:solidFill>
        </a:fill>
      </a:tcStyle>
    </a:band2V>
    <a:lastCol>
      <a:tcTxStyle/>
      <a:tcStyle>
        <a:tcBdr/>
      </a:tcStyle>
    </a:lastCol>
    <a:firstCol>
      <a:tcStyle>
        <a:tcBdr/>
        <a:fill>
          <a:solidFill>
            <a:schemeClr val="bg1">
              <a:lumMod val="20000"/>
              <a:lumOff val="80000"/>
            </a:schemeClr>
          </a:solidFill>
        </a:fill>
      </a:tcStyle>
    </a:firstCol>
    <a:lastRow>
      <a:tcStyle>
        <a:tcBdr/>
        <a:fill>
          <a:solidFill>
            <a:schemeClr val="bg1">
              <a:lumMod val="20000"/>
              <a:lumOff val="80000"/>
            </a:schemeClr>
          </a:solidFill>
        </a:fill>
      </a:tcStyle>
    </a:lastRow>
    <a:firstRow>
      <a:tcTxStyle/>
      <a:tcStyle>
        <a:tcBdr>
          <a:bottom>
            <a:ln w="12700" cmpd="sng">
              <a:solidFill>
                <a:schemeClr val="tx1"/>
              </a:solidFill>
            </a:ln>
          </a:bottom>
        </a:tcBdr>
        <a:fill>
          <a:solidFill>
            <a:schemeClr val="bg1">
              <a:lumMod val="20000"/>
              <a:lumOff val="8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4" d="100"/>
          <a:sy n="104" d="100"/>
        </p:scale>
        <p:origin x="126" y="654"/>
      </p:cViewPr>
      <p:guideLst>
        <p:guide pos="204"/>
        <p:guide pos="5556"/>
        <p:guide orient="horz" pos="725"/>
        <p:guide orient="horz" pos="2950"/>
        <p:guide orient="horz" pos="238"/>
        <p:guide pos="2832"/>
        <p:guide pos="2933"/>
        <p:guide pos="2023"/>
        <p:guide pos="1917"/>
        <p:guide pos="3737"/>
        <p:guide pos="384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her Hong Mei Lian (DHL IT Services)" userId="70e621e8-3002-4b4b-b906-9e9f221689db" providerId="ADAL" clId="{93E528DD-ECF9-4487-9DC6-70B7D877BCCB}"/>
    <pc:docChg chg="undo custSel modSld">
      <pc:chgData name="Esther Hong Mei Lian (DHL IT Services)" userId="70e621e8-3002-4b4b-b906-9e9f221689db" providerId="ADAL" clId="{93E528DD-ECF9-4487-9DC6-70B7D877BCCB}" dt="2024-06-10T02:40:26.637" v="975" actId="6549"/>
      <pc:docMkLst>
        <pc:docMk/>
      </pc:docMkLst>
      <pc:sldChg chg="modSp mod">
        <pc:chgData name="Esther Hong Mei Lian (DHL IT Services)" userId="70e621e8-3002-4b4b-b906-9e9f221689db" providerId="ADAL" clId="{93E528DD-ECF9-4487-9DC6-70B7D877BCCB}" dt="2024-06-10T02:40:26.637" v="975" actId="6549"/>
        <pc:sldMkLst>
          <pc:docMk/>
          <pc:sldMk cId="850430940" sldId="2147473580"/>
        </pc:sldMkLst>
        <pc:spChg chg="mod">
          <ac:chgData name="Esther Hong Mei Lian (DHL IT Services)" userId="70e621e8-3002-4b4b-b906-9e9f221689db" providerId="ADAL" clId="{93E528DD-ECF9-4487-9DC6-70B7D877BCCB}" dt="2024-06-10T02:40:22.397" v="969" actId="6549"/>
          <ac:spMkLst>
            <pc:docMk/>
            <pc:sldMk cId="850430940" sldId="2147473580"/>
            <ac:spMk id="6" creationId="{00000000-0000-0000-0000-000000000000}"/>
          </ac:spMkLst>
        </pc:spChg>
        <pc:spChg chg="mod">
          <ac:chgData name="Esther Hong Mei Lian (DHL IT Services)" userId="70e621e8-3002-4b4b-b906-9e9f221689db" providerId="ADAL" clId="{93E528DD-ECF9-4487-9DC6-70B7D877BCCB}" dt="2024-06-10T02:40:26.637" v="975" actId="6549"/>
          <ac:spMkLst>
            <pc:docMk/>
            <pc:sldMk cId="850430940" sldId="2147473580"/>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F5CAE4-CBB0-454E-B6B8-0B6620C2B409}" type="datetimeFigureOut">
              <a:rPr lang="de-DE" smtClean="0"/>
              <a:t>10.06.2024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53AD6-CEF2-4FD5-AABC-FCC5FC528AD2}" type="slidenum">
              <a:rPr lang="de-DE" smtClean="0"/>
              <a:t>‹#›</a:t>
            </a:fld>
            <a:endParaRPr lang="de-DE"/>
          </a:p>
        </p:txBody>
      </p:sp>
    </p:spTree>
    <p:extLst>
      <p:ext uri="{BB962C8B-B14F-4D97-AF65-F5344CB8AC3E}">
        <p14:creationId xmlns:p14="http://schemas.microsoft.com/office/powerpoint/2010/main" val="2539216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5.png"/><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full page gradient">
    <p:bg>
      <p:bgPr>
        <a:gradFill flip="none" rotWithShape="1">
          <a:gsLst>
            <a:gs pos="30000">
              <a:schemeClr val="accent3"/>
            </a:gs>
            <a:gs pos="79000">
              <a:srgbClr val="FFDE59"/>
            </a:gs>
            <a:gs pos="100000">
              <a:srgbClr val="FFF0B2"/>
            </a:gs>
          </a:gsLst>
          <a:lin ang="16200000" scaled="0"/>
          <a:tileRect/>
        </a:gradFill>
        <a:effectLst/>
      </p:bgPr>
    </p:bg>
    <p:spTree>
      <p:nvGrpSpPr>
        <p:cNvPr id="1" name=""/>
        <p:cNvGrpSpPr/>
        <p:nvPr/>
      </p:nvGrpSpPr>
      <p:grpSpPr>
        <a:xfrm>
          <a:off x="0" y="0"/>
          <a:ext cx="0" cy="0"/>
          <a:chOff x="0" y="0"/>
          <a:chExt cx="0" cy="0"/>
        </a:xfrm>
      </p:grpSpPr>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017985"/>
            <a:ext cx="8495999"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subline in one OR TWO </a:t>
            </a:r>
            <a:r>
              <a:rPr lang="en-US" dirty="0" err="1"/>
              <a:t>lineS</a:t>
            </a:r>
            <a:r>
              <a:rPr lang="en-US" dirty="0"/>
              <a:t>, Delivery CONDENSED LIGHT, 18 </a:t>
            </a:r>
            <a:r>
              <a:rPr lang="en-US" dirty="0" err="1"/>
              <a:t>pt</a:t>
            </a:r>
            <a:endParaRPr lang="en-US" dirty="0"/>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0" y="519112"/>
            <a:ext cx="8495999"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dirty="0"/>
              <a:t>SAMPLE TITLE ONE OR TWO LINES, Delivery CONDENSED BLACK, 36 </a:t>
            </a:r>
            <a:r>
              <a:rPr lang="en-US" dirty="0" err="1"/>
              <a:t>pt</a:t>
            </a:r>
            <a:endParaRPr lang="en-US" dirty="0"/>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077289"/>
            <a:ext cx="4644724" cy="196977"/>
          </a:xfrm>
          <a:prstGeom prst="rect">
            <a:avLst/>
          </a:prstGeom>
        </p:spPr>
        <p:txBody>
          <a:bodyPr>
            <a:noAutofit/>
          </a:bodyPr>
          <a:lstStyle>
            <a:lvl1pPr>
              <a:defRPr b="1">
                <a:solidFill>
                  <a:schemeClr val="accent4"/>
                </a:solidFill>
                <a:latin typeface="+mn-lt"/>
              </a:defRPr>
            </a:lvl1pPr>
            <a:lvl2pPr marL="0" indent="0">
              <a:buNone/>
              <a:defRPr/>
            </a:lvl2pPr>
          </a:lstStyle>
          <a:p>
            <a:pPr lvl="0"/>
            <a:r>
              <a:rPr lang="en-US" dirty="0"/>
              <a:t>DHL Business Unit – Claim, Delivery (bold), 12 </a:t>
            </a:r>
            <a:r>
              <a:rPr lang="en-US" dirty="0" err="1"/>
              <a:t>pt</a:t>
            </a:r>
            <a:endParaRPr lang="en-US" dirty="0"/>
          </a:p>
        </p:txBody>
      </p:sp>
      <p:sp>
        <p:nvSpPr>
          <p:cNvPr id="7" name="meta-project">
            <a:extLst>
              <a:ext uri="{FF2B5EF4-FFF2-40B4-BE49-F238E27FC236}">
                <a16:creationId xmlns:a16="http://schemas.microsoft.com/office/drawing/2014/main" id="{8F28B7B0-34F9-4874-994D-5A49D798B34A}"/>
              </a:ext>
            </a:extLst>
          </p:cNvPr>
          <p:cNvSpPr>
            <a:spLocks noGrp="1"/>
          </p:cNvSpPr>
          <p:nvPr>
            <p:ph type="body" sz="quarter" idx="14" hasCustomPrompt="1"/>
          </p:nvPr>
        </p:nvSpPr>
        <p:spPr>
          <a:xfrm>
            <a:off x="323999" y="2614115"/>
            <a:ext cx="4644724" cy="400110"/>
          </a:xfrm>
          <a:prstGeom prst="rect">
            <a:avLst/>
          </a:prstGeom>
        </p:spPr>
        <p:txBody>
          <a:bodyPr>
            <a:noAutofit/>
          </a:bodyPr>
          <a:lstStyle>
            <a:lvl1pPr>
              <a:spcAft>
                <a:spcPts val="0"/>
              </a:spcAft>
              <a:defRPr>
                <a:solidFill>
                  <a:schemeClr val="tx1"/>
                </a:solidFill>
                <a:latin typeface="+mn-lt"/>
              </a:defRPr>
            </a:lvl1pPr>
            <a:lvl2pPr marL="0" indent="0">
              <a:buNone/>
              <a:defRPr/>
            </a:lvl2pPr>
          </a:lstStyle>
          <a:p>
            <a:pPr lvl="0"/>
            <a:r>
              <a:rPr lang="en-US" dirty="0"/>
              <a:t>Name of the event or project or presenter, Delivery, 12 </a:t>
            </a:r>
            <a:r>
              <a:rPr lang="en-US" dirty="0" err="1"/>
              <a:t>pt</a:t>
            </a:r>
            <a:r>
              <a:rPr lang="en-US" dirty="0"/>
              <a:t> </a:t>
            </a:r>
          </a:p>
          <a:p>
            <a:pPr lvl="0"/>
            <a:r>
              <a:rPr lang="en-US" dirty="0"/>
              <a:t>Location, ## Month ####</a:t>
            </a:r>
          </a:p>
        </p:txBody>
      </p:sp>
      <p:sp>
        <p:nvSpPr>
          <p:cNvPr id="9" name="Text Placeholder 3">
            <a:extLst>
              <a:ext uri="{FF2B5EF4-FFF2-40B4-BE49-F238E27FC236}">
                <a16:creationId xmlns:a16="http://schemas.microsoft.com/office/drawing/2014/main" id="{E8120FB3-2F20-4BA7-8E65-B72714AE1CF1}"/>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dirty="0"/>
              <a:t>1</a:t>
            </a:r>
            <a:endParaRPr lang="en-GB" dirty="0"/>
          </a:p>
        </p:txBody>
      </p:sp>
    </p:spTree>
    <p:extLst>
      <p:ext uri="{BB962C8B-B14F-4D97-AF65-F5344CB8AC3E}">
        <p14:creationId xmlns:p14="http://schemas.microsoft.com/office/powerpoint/2010/main" val="1873564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half page gradient">
    <p:bg>
      <p:bgPr>
        <a:gradFill flip="none" rotWithShape="1">
          <a:gsLst>
            <a:gs pos="30000">
              <a:schemeClr val="accent3"/>
            </a:gs>
            <a:gs pos="79000">
              <a:srgbClr val="FFDE59"/>
            </a:gs>
            <a:gs pos="100000">
              <a:srgbClr val="FFF0B2"/>
            </a:gs>
          </a:gsLst>
          <a:lin ang="16200000" scaled="0"/>
          <a:tileRect/>
        </a:gra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A5375F-57B6-4F34-B285-0212289DE52D}"/>
              </a:ext>
            </a:extLst>
          </p:cNvPr>
          <p:cNvSpPr>
            <a:spLocks noGrp="1"/>
          </p:cNvSpPr>
          <p:nvPr>
            <p:ph type="pic" sz="quarter" idx="14" hasCustomPrompt="1"/>
          </p:nvPr>
        </p:nvSpPr>
        <p:spPr>
          <a:xfrm>
            <a:off x="5292724" y="0"/>
            <a:ext cx="3851274" cy="5148000"/>
          </a:xfrm>
          <a:prstGeom prst="rect">
            <a:avLst/>
          </a:prstGeom>
          <a:solidFill>
            <a:srgbClr val="CCCCCC"/>
          </a:solidFill>
        </p:spPr>
        <p:txBody>
          <a:bodyPr lIns="72000" tIns="72000" rIns="72000" bIns="72000"/>
          <a:lstStyle>
            <a:lvl1pPr>
              <a:defRPr/>
            </a:lvl1pPr>
          </a:lstStyle>
          <a:p>
            <a:r>
              <a:rPr lang="en-US" dirty="0"/>
              <a:t>Please click the icon to insert an image</a:t>
            </a:r>
          </a:p>
        </p:txBody>
      </p:sp>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1" y="2758969"/>
            <a:ext cx="4644723"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Optional subline in one OR TWO </a:t>
            </a:r>
            <a:r>
              <a:rPr lang="en-US" dirty="0" err="1"/>
              <a:t>lineS</a:t>
            </a:r>
            <a:r>
              <a:rPr lang="en-US" dirty="0"/>
              <a:t>, </a:t>
            </a:r>
          </a:p>
          <a:p>
            <a:r>
              <a:rPr lang="en-US" dirty="0"/>
              <a:t>Delivery CONDENSED LIGHT, 18 </a:t>
            </a:r>
            <a:r>
              <a:rPr lang="en-US" dirty="0" err="1"/>
              <a:t>pt</a:t>
            </a:r>
            <a:endParaRPr lang="en-US" dirty="0"/>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1" y="1260096"/>
            <a:ext cx="4644723"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dirty="0"/>
              <a:t>SAMPLE TITLE Delivery CONDENSED BLACK, 36 </a:t>
            </a:r>
            <a:r>
              <a:rPr lang="en-US" dirty="0" err="1"/>
              <a:t>pt</a:t>
            </a:r>
            <a:endParaRPr lang="en-US" dirty="0"/>
          </a:p>
        </p:txBody>
      </p:sp>
      <p:sp>
        <p:nvSpPr>
          <p:cNvPr id="15" name="meta-project">
            <a:extLst>
              <a:ext uri="{FF2B5EF4-FFF2-40B4-BE49-F238E27FC236}">
                <a16:creationId xmlns:a16="http://schemas.microsoft.com/office/drawing/2014/main" id="{6EBD2539-ABD1-40DD-8933-464D93B77205}"/>
              </a:ext>
            </a:extLst>
          </p:cNvPr>
          <p:cNvSpPr>
            <a:spLocks noGrp="1"/>
          </p:cNvSpPr>
          <p:nvPr>
            <p:ph type="body" sz="quarter" idx="12" hasCustomPrompt="1"/>
          </p:nvPr>
        </p:nvSpPr>
        <p:spPr>
          <a:xfrm>
            <a:off x="323999" y="3339331"/>
            <a:ext cx="4644724" cy="400110"/>
          </a:xfrm>
          <a:prstGeom prst="rect">
            <a:avLst/>
          </a:prstGeom>
        </p:spPr>
        <p:txBody>
          <a:bodyPr>
            <a:noAutofit/>
          </a:bodyPr>
          <a:lstStyle>
            <a:lvl1pPr>
              <a:spcAft>
                <a:spcPts val="0"/>
              </a:spcAft>
              <a:defRPr>
                <a:solidFill>
                  <a:schemeClr val="tx1"/>
                </a:solidFill>
                <a:latin typeface="+mn-lt"/>
              </a:defRPr>
            </a:lvl1pPr>
            <a:lvl2pPr marL="0" indent="0">
              <a:buNone/>
              <a:defRPr/>
            </a:lvl2pPr>
          </a:lstStyle>
          <a:p>
            <a:pPr lvl="0"/>
            <a:r>
              <a:rPr lang="en-US" dirty="0"/>
              <a:t>Name of the event or project or presenter</a:t>
            </a:r>
            <a:br>
              <a:rPr lang="en-US" dirty="0"/>
            </a:br>
            <a:r>
              <a:rPr lang="en-US" dirty="0"/>
              <a:t>Location, ##Month##</a:t>
            </a:r>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802505"/>
            <a:ext cx="4644724" cy="196977"/>
          </a:xfrm>
          <a:prstGeom prst="rect">
            <a:avLst/>
          </a:prstGeom>
        </p:spPr>
        <p:txBody>
          <a:bodyPr>
            <a:noAutofit/>
          </a:bodyPr>
          <a:lstStyle>
            <a:lvl1pPr>
              <a:defRPr b="1">
                <a:solidFill>
                  <a:schemeClr val="accent4"/>
                </a:solidFill>
                <a:latin typeface="+mn-lt"/>
              </a:defRPr>
            </a:lvl1pPr>
            <a:lvl2pPr marL="0" indent="0">
              <a:buNone/>
              <a:defRPr/>
            </a:lvl2pPr>
          </a:lstStyle>
          <a:p>
            <a:pPr lvl="0"/>
            <a:r>
              <a:rPr lang="en-US" dirty="0"/>
              <a:t>DHL Business Unit – Claim, Delivery (bold), 12 </a:t>
            </a:r>
            <a:r>
              <a:rPr lang="en-US" dirty="0" err="1"/>
              <a:t>pt</a:t>
            </a:r>
            <a:endParaRPr lang="en-US" dirty="0"/>
          </a:p>
        </p:txBody>
      </p:sp>
      <p:sp>
        <p:nvSpPr>
          <p:cNvPr id="8" name="Text Placeholder 3">
            <a:extLst>
              <a:ext uri="{FF2B5EF4-FFF2-40B4-BE49-F238E27FC236}">
                <a16:creationId xmlns:a16="http://schemas.microsoft.com/office/drawing/2014/main" id="{975CD22A-BD9A-416E-9FC5-E1EA62C354AD}"/>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dirty="0"/>
              <a:t>1</a:t>
            </a:r>
            <a:endParaRPr lang="en-GB" dirty="0"/>
          </a:p>
        </p:txBody>
      </p:sp>
    </p:spTree>
    <p:extLst>
      <p:ext uri="{BB962C8B-B14F-4D97-AF65-F5344CB8AC3E}">
        <p14:creationId xmlns:p14="http://schemas.microsoft.com/office/powerpoint/2010/main" val="3371190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half page gradient, full page picture">
    <p:bg>
      <p:bgPr>
        <a:gradFill flip="none" rotWithShape="1">
          <a:gsLst>
            <a:gs pos="40000">
              <a:schemeClr val="accent3"/>
            </a:gs>
            <a:gs pos="80000">
              <a:srgbClr val="FFEFB5"/>
            </a:gs>
          </a:gsLst>
          <a:lin ang="16200000" scaled="0"/>
          <a:tileRect/>
        </a:gra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A5375F-57B6-4F34-B285-0212289DE52D}"/>
              </a:ext>
            </a:extLst>
          </p:cNvPr>
          <p:cNvSpPr>
            <a:spLocks noGrp="1"/>
          </p:cNvSpPr>
          <p:nvPr>
            <p:ph type="pic" sz="quarter" idx="14" hasCustomPrompt="1"/>
          </p:nvPr>
        </p:nvSpPr>
        <p:spPr>
          <a:xfrm>
            <a:off x="0" y="0"/>
            <a:ext cx="9144000" cy="5148000"/>
          </a:xfrm>
          <a:prstGeom prst="rect">
            <a:avLst/>
          </a:prstGeom>
          <a:solidFill>
            <a:srgbClr val="CCCCCC"/>
          </a:solidFill>
        </p:spPr>
        <p:txBody>
          <a:bodyPr lIns="72000" tIns="72000" rIns="72000" bIns="72000"/>
          <a:lstStyle>
            <a:lvl1pPr algn="r">
              <a:defRPr/>
            </a:lvl1pPr>
          </a:lstStyle>
          <a:p>
            <a:r>
              <a:rPr lang="en-US" dirty="0"/>
              <a:t>Please click the icon to insert an image</a:t>
            </a:r>
          </a:p>
        </p:txBody>
      </p:sp>
      <p:sp>
        <p:nvSpPr>
          <p:cNvPr id="6" name="Text Placeholder 5">
            <a:extLst>
              <a:ext uri="{FF2B5EF4-FFF2-40B4-BE49-F238E27FC236}">
                <a16:creationId xmlns:a16="http://schemas.microsoft.com/office/drawing/2014/main" id="{779B50F6-B70A-4FAE-B403-A7AA47855973}"/>
              </a:ext>
            </a:extLst>
          </p:cNvPr>
          <p:cNvSpPr>
            <a:spLocks noGrp="1"/>
          </p:cNvSpPr>
          <p:nvPr>
            <p:ph type="body" sz="quarter" idx="15" hasCustomPrompt="1"/>
          </p:nvPr>
        </p:nvSpPr>
        <p:spPr>
          <a:xfrm>
            <a:off x="160019" y="519114"/>
            <a:ext cx="4802400" cy="4467600"/>
          </a:xfrm>
          <a:prstGeom prst="rect">
            <a:avLst/>
          </a:prstGeom>
          <a:gradFill>
            <a:gsLst>
              <a:gs pos="50000">
                <a:schemeClr val="accent3"/>
              </a:gs>
              <a:gs pos="100000">
                <a:schemeClr val="accent3">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lvl1pPr algn="l">
              <a:defRPr lang="en-US" sz="100" smtClean="0">
                <a:solidFill>
                  <a:schemeClr val="accent3"/>
                </a:solidFill>
              </a:defRPr>
            </a:lvl1pPr>
            <a:lvl2pPr>
              <a:defRPr lang="en-US" sz="1350" smtClean="0">
                <a:solidFill>
                  <a:schemeClr val="lt1"/>
                </a:solidFill>
              </a:defRPr>
            </a:lvl2pPr>
            <a:lvl3pPr>
              <a:defRPr lang="en-US" sz="1350" smtClean="0">
                <a:solidFill>
                  <a:schemeClr val="lt1"/>
                </a:solidFill>
              </a:defRPr>
            </a:lvl3pPr>
            <a:lvl4pPr>
              <a:defRPr lang="en-US" sz="1350" smtClean="0">
                <a:solidFill>
                  <a:schemeClr val="lt1"/>
                </a:solidFill>
              </a:defRPr>
            </a:lvl4pPr>
            <a:lvl5pPr>
              <a:defRPr lang="en-US" sz="1350">
                <a:solidFill>
                  <a:schemeClr val="lt1"/>
                </a:solidFill>
              </a:defRPr>
            </a:lvl5pPr>
          </a:lstStyle>
          <a:p>
            <a:pPr lvl="0" algn="ctr"/>
            <a:r>
              <a:rPr lang="en-US" dirty="0"/>
              <a:t>1</a:t>
            </a:r>
          </a:p>
        </p:txBody>
      </p:sp>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758969"/>
            <a:ext cx="4657246"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Optional subline in one OR TWO </a:t>
            </a:r>
            <a:r>
              <a:rPr lang="en-US" dirty="0" err="1"/>
              <a:t>lineS</a:t>
            </a:r>
            <a:r>
              <a:rPr lang="en-US" dirty="0"/>
              <a:t>, </a:t>
            </a:r>
          </a:p>
          <a:p>
            <a:r>
              <a:rPr lang="en-US" dirty="0"/>
              <a:t>Delivery CONDENSED LIGHT, 18 </a:t>
            </a:r>
            <a:r>
              <a:rPr lang="en-US" dirty="0" err="1"/>
              <a:t>pt</a:t>
            </a:r>
            <a:endParaRPr lang="en-US" dirty="0"/>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1" y="1144018"/>
            <a:ext cx="4657245" cy="1614951"/>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dirty="0"/>
              <a:t>SAMPLE TITLE Delivery CONDENSED BLACK, 36 </a:t>
            </a:r>
            <a:r>
              <a:rPr lang="en-US" dirty="0" err="1"/>
              <a:t>pt</a:t>
            </a:r>
            <a:endParaRPr lang="en-US" dirty="0"/>
          </a:p>
        </p:txBody>
      </p:sp>
      <p:sp>
        <p:nvSpPr>
          <p:cNvPr id="15" name="meta-project">
            <a:extLst>
              <a:ext uri="{FF2B5EF4-FFF2-40B4-BE49-F238E27FC236}">
                <a16:creationId xmlns:a16="http://schemas.microsoft.com/office/drawing/2014/main" id="{6EBD2539-ABD1-40DD-8933-464D93B77205}"/>
              </a:ext>
            </a:extLst>
          </p:cNvPr>
          <p:cNvSpPr>
            <a:spLocks noGrp="1"/>
          </p:cNvSpPr>
          <p:nvPr>
            <p:ph type="body" sz="quarter" idx="12" hasCustomPrompt="1"/>
          </p:nvPr>
        </p:nvSpPr>
        <p:spPr>
          <a:xfrm>
            <a:off x="323999" y="3339331"/>
            <a:ext cx="4657246" cy="400110"/>
          </a:xfrm>
          <a:prstGeom prst="rect">
            <a:avLst/>
          </a:prstGeom>
        </p:spPr>
        <p:txBody>
          <a:bodyPr>
            <a:noAutofit/>
          </a:bodyPr>
          <a:lstStyle>
            <a:lvl1pPr>
              <a:spcAft>
                <a:spcPts val="0"/>
              </a:spcAft>
              <a:defRPr>
                <a:solidFill>
                  <a:schemeClr val="tx1"/>
                </a:solidFill>
                <a:latin typeface="+mn-lt"/>
              </a:defRPr>
            </a:lvl1pPr>
            <a:lvl2pPr marL="0" indent="0">
              <a:buNone/>
              <a:defRPr/>
            </a:lvl2pPr>
          </a:lstStyle>
          <a:p>
            <a:pPr lvl="0"/>
            <a:r>
              <a:rPr lang="en-US" dirty="0"/>
              <a:t>Name of the event or project or presenter</a:t>
            </a:r>
            <a:br>
              <a:rPr lang="en-US" dirty="0"/>
            </a:br>
            <a:r>
              <a:rPr lang="en-US" dirty="0"/>
              <a:t>Location, ##Month##</a:t>
            </a:r>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802505"/>
            <a:ext cx="4657246" cy="196977"/>
          </a:xfrm>
          <a:prstGeom prst="rect">
            <a:avLst/>
          </a:prstGeom>
        </p:spPr>
        <p:txBody>
          <a:bodyPr>
            <a:noAutofit/>
          </a:bodyPr>
          <a:lstStyle>
            <a:lvl1pPr>
              <a:defRPr b="1">
                <a:solidFill>
                  <a:schemeClr val="accent4"/>
                </a:solidFill>
                <a:latin typeface="+mn-lt"/>
              </a:defRPr>
            </a:lvl1pPr>
            <a:lvl2pPr marL="0" indent="0">
              <a:buNone/>
              <a:defRPr/>
            </a:lvl2pPr>
          </a:lstStyle>
          <a:p>
            <a:pPr lvl="0"/>
            <a:r>
              <a:rPr lang="en-US" dirty="0"/>
              <a:t>DHL Business Unit – Claim, Delivery (bold), 12 </a:t>
            </a:r>
            <a:r>
              <a:rPr lang="en-US" dirty="0" err="1"/>
              <a:t>pt</a:t>
            </a:r>
            <a:endParaRPr lang="en-US" dirty="0"/>
          </a:p>
        </p:txBody>
      </p:sp>
      <p:sp>
        <p:nvSpPr>
          <p:cNvPr id="11" name="Text Placeholder 3">
            <a:extLst>
              <a:ext uri="{FF2B5EF4-FFF2-40B4-BE49-F238E27FC236}">
                <a16:creationId xmlns:a16="http://schemas.microsoft.com/office/drawing/2014/main" id="{657C6BB5-4D29-40EC-8FE5-EA06CCEE7875}"/>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dirty="0"/>
              <a:t>1</a:t>
            </a:r>
            <a:endParaRPr lang="en-GB" dirty="0"/>
          </a:p>
        </p:txBody>
      </p:sp>
    </p:spTree>
    <p:extLst>
      <p:ext uri="{BB962C8B-B14F-4D97-AF65-F5344CB8AC3E}">
        <p14:creationId xmlns:p14="http://schemas.microsoft.com/office/powerpoint/2010/main" val="97068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light picture, gradient bottom">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98196275-11AD-46AC-8347-3CB841C40A0A}"/>
              </a:ext>
            </a:extLst>
          </p:cNvPr>
          <p:cNvSpPr>
            <a:spLocks noGrp="1"/>
          </p:cNvSpPr>
          <p:nvPr>
            <p:ph type="pic" sz="quarter" idx="14"/>
          </p:nvPr>
        </p:nvSpPr>
        <p:spPr>
          <a:xfrm>
            <a:off x="0" y="0"/>
            <a:ext cx="9144000" cy="5148000"/>
          </a:xfrm>
          <a:prstGeom prst="rect">
            <a:avLst/>
          </a:prstGeom>
          <a:solidFill>
            <a:srgbClr val="CCCCCC"/>
          </a:solidFill>
        </p:spPr>
        <p:txBody>
          <a:bodyPr/>
          <a:lstStyle/>
          <a:p>
            <a:r>
              <a:rPr lang="en-US"/>
              <a:t>Click icon to add picture</a:t>
            </a:r>
            <a:endParaRPr lang="en-US" dirty="0"/>
          </a:p>
        </p:txBody>
      </p:sp>
      <p:sp>
        <p:nvSpPr>
          <p:cNvPr id="13" name="Text Placeholder 5">
            <a:extLst>
              <a:ext uri="{FF2B5EF4-FFF2-40B4-BE49-F238E27FC236}">
                <a16:creationId xmlns:a16="http://schemas.microsoft.com/office/drawing/2014/main" id="{40BED4DE-662F-4302-A9D9-121F49D0DBF2}"/>
              </a:ext>
            </a:extLst>
          </p:cNvPr>
          <p:cNvSpPr>
            <a:spLocks noGrp="1"/>
          </p:cNvSpPr>
          <p:nvPr>
            <p:ph type="body" sz="quarter" idx="15" hasCustomPrompt="1"/>
          </p:nvPr>
        </p:nvSpPr>
        <p:spPr>
          <a:xfrm>
            <a:off x="160020" y="4314061"/>
            <a:ext cx="8658000" cy="670842"/>
          </a:xfrm>
          <a:prstGeom prst="rect">
            <a:avLst/>
          </a:prstGeom>
          <a:gradFill flip="none" rotWithShape="1">
            <a:gsLst>
              <a:gs pos="50000">
                <a:schemeClr val="accent3"/>
              </a:gs>
              <a:gs pos="100000">
                <a:schemeClr val="accent3">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lvl1pPr algn="l">
              <a:defRPr lang="en-US" sz="100" smtClean="0">
                <a:solidFill>
                  <a:schemeClr val="accent3"/>
                </a:solidFill>
              </a:defRPr>
            </a:lvl1pPr>
            <a:lvl2pPr>
              <a:defRPr lang="en-US" sz="1350" smtClean="0">
                <a:solidFill>
                  <a:schemeClr val="lt1"/>
                </a:solidFill>
              </a:defRPr>
            </a:lvl2pPr>
            <a:lvl3pPr>
              <a:defRPr lang="en-US" sz="1350" smtClean="0">
                <a:solidFill>
                  <a:schemeClr val="lt1"/>
                </a:solidFill>
              </a:defRPr>
            </a:lvl3pPr>
            <a:lvl4pPr>
              <a:defRPr lang="en-US" sz="1350" smtClean="0">
                <a:solidFill>
                  <a:schemeClr val="lt1"/>
                </a:solidFill>
              </a:defRPr>
            </a:lvl4pPr>
            <a:lvl5pPr>
              <a:defRPr lang="en-US" sz="1350">
                <a:solidFill>
                  <a:schemeClr val="lt1"/>
                </a:solidFill>
              </a:defRPr>
            </a:lvl5pPr>
          </a:lstStyle>
          <a:p>
            <a:pPr lvl="0" algn="ctr"/>
            <a:r>
              <a:rPr lang="en-US" dirty="0"/>
              <a:t>1</a:t>
            </a:r>
          </a:p>
        </p:txBody>
      </p:sp>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740802"/>
            <a:ext cx="8495999"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Optional subline in one OR TWO </a:t>
            </a:r>
            <a:r>
              <a:rPr lang="en-US" dirty="0" err="1"/>
              <a:t>lineS</a:t>
            </a:r>
            <a:r>
              <a:rPr lang="en-US" dirty="0"/>
              <a:t>, Delivery CONDENSED LIGHT, 18 </a:t>
            </a:r>
            <a:r>
              <a:rPr lang="en-US" dirty="0" err="1"/>
              <a:t>pt</a:t>
            </a:r>
            <a:endParaRPr lang="en-US" dirty="0"/>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0" y="1241929"/>
            <a:ext cx="8495999"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dirty="0"/>
              <a:t>SAMPLE TITLE Delivery CONDENSED BLACK, 36 </a:t>
            </a:r>
            <a:r>
              <a:rPr lang="en-US" dirty="0" err="1"/>
              <a:t>pt</a:t>
            </a:r>
            <a:endParaRPr lang="en-US" dirty="0"/>
          </a:p>
        </p:txBody>
      </p:sp>
      <p:sp>
        <p:nvSpPr>
          <p:cNvPr id="15" name="meta-project">
            <a:extLst>
              <a:ext uri="{FF2B5EF4-FFF2-40B4-BE49-F238E27FC236}">
                <a16:creationId xmlns:a16="http://schemas.microsoft.com/office/drawing/2014/main" id="{6EBD2539-ABD1-40DD-8933-464D93B77205}"/>
              </a:ext>
            </a:extLst>
          </p:cNvPr>
          <p:cNvSpPr>
            <a:spLocks noGrp="1"/>
          </p:cNvSpPr>
          <p:nvPr>
            <p:ph type="body" sz="quarter" idx="12" hasCustomPrompt="1"/>
          </p:nvPr>
        </p:nvSpPr>
        <p:spPr>
          <a:xfrm>
            <a:off x="323999" y="3345642"/>
            <a:ext cx="4644724" cy="400110"/>
          </a:xfrm>
          <a:prstGeom prst="rect">
            <a:avLst/>
          </a:prstGeom>
        </p:spPr>
        <p:txBody>
          <a:bodyPr>
            <a:noAutofit/>
          </a:bodyPr>
          <a:lstStyle>
            <a:lvl1pPr>
              <a:spcAft>
                <a:spcPts val="0"/>
              </a:spcAft>
              <a:defRPr>
                <a:solidFill>
                  <a:schemeClr val="tx1"/>
                </a:solidFill>
                <a:latin typeface="+mn-lt"/>
              </a:defRPr>
            </a:lvl1pPr>
            <a:lvl2pPr marL="0" indent="0">
              <a:buNone/>
              <a:defRPr/>
            </a:lvl2pPr>
          </a:lstStyle>
          <a:p>
            <a:pPr lvl="0"/>
            <a:r>
              <a:rPr lang="en-US" dirty="0"/>
              <a:t>Name of the event or project or presenter</a:t>
            </a:r>
          </a:p>
          <a:p>
            <a:pPr lvl="0"/>
            <a:r>
              <a:rPr lang="en-US" dirty="0"/>
              <a:t>Location, ##Month##</a:t>
            </a:r>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808816"/>
            <a:ext cx="4644724" cy="196977"/>
          </a:xfrm>
          <a:prstGeom prst="rect">
            <a:avLst/>
          </a:prstGeom>
        </p:spPr>
        <p:txBody>
          <a:bodyPr>
            <a:noAutofit/>
          </a:bodyPr>
          <a:lstStyle>
            <a:lvl1pPr>
              <a:defRPr b="1">
                <a:solidFill>
                  <a:schemeClr val="accent4"/>
                </a:solidFill>
                <a:latin typeface="+mn-lt"/>
              </a:defRPr>
            </a:lvl1pPr>
            <a:lvl2pPr marL="0" indent="0">
              <a:buNone/>
              <a:defRPr/>
            </a:lvl2pPr>
          </a:lstStyle>
          <a:p>
            <a:pPr lvl="0"/>
            <a:r>
              <a:rPr lang="en-US" dirty="0"/>
              <a:t>DHL Business Unit – Claim, Delivery (bold), 12 </a:t>
            </a:r>
            <a:r>
              <a:rPr lang="en-US" dirty="0" err="1"/>
              <a:t>pt</a:t>
            </a:r>
            <a:endParaRPr lang="en-US" dirty="0"/>
          </a:p>
        </p:txBody>
      </p:sp>
      <p:sp>
        <p:nvSpPr>
          <p:cNvPr id="14" name="Text Placeholder 3">
            <a:extLst>
              <a:ext uri="{FF2B5EF4-FFF2-40B4-BE49-F238E27FC236}">
                <a16:creationId xmlns:a16="http://schemas.microsoft.com/office/drawing/2014/main" id="{EB0F513B-4E07-4812-ADA8-811D6592E568}"/>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dirty="0"/>
              <a:t>1</a:t>
            </a:r>
            <a:endParaRPr lang="en-GB" dirty="0"/>
          </a:p>
        </p:txBody>
      </p:sp>
    </p:spTree>
    <p:extLst>
      <p:ext uri="{BB962C8B-B14F-4D97-AF65-F5344CB8AC3E}">
        <p14:creationId xmlns:p14="http://schemas.microsoft.com/office/powerpoint/2010/main" val="167625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dark picture, gradient bottom">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2EB4A82-6837-42CB-8B67-FDC5119BE961}"/>
              </a:ext>
            </a:extLst>
          </p:cNvPr>
          <p:cNvSpPr>
            <a:spLocks noGrp="1"/>
          </p:cNvSpPr>
          <p:nvPr>
            <p:ph type="body" sz="quarter" idx="19" hasCustomPrompt="1"/>
          </p:nvPr>
        </p:nvSpPr>
        <p:spPr>
          <a:xfrm>
            <a:off x="0" y="0"/>
            <a:ext cx="9144000" cy="5148000"/>
          </a:xfrm>
          <a:prstGeom prst="rect">
            <a:avLst/>
          </a:prstGeom>
          <a:gradFill flip="none" rotWithShape="1">
            <a:gsLst>
              <a:gs pos="100000">
                <a:schemeClr val="tx1">
                  <a:alpha val="0"/>
                </a:schemeClr>
              </a:gs>
              <a:gs pos="40000">
                <a:schemeClr val="tx1">
                  <a:alpha val="30000"/>
                </a:schemeClr>
              </a:gs>
            </a:gsLst>
            <a:lin ang="0" scaled="1"/>
            <a:tileRect/>
          </a:gradFill>
        </p:spPr>
        <p:txBody>
          <a:bodyPr/>
          <a:lstStyle>
            <a:lvl1pPr>
              <a:defRPr sz="100"/>
            </a:lvl1pPr>
          </a:lstStyle>
          <a:p>
            <a:pPr lvl="0"/>
            <a:r>
              <a:rPr lang="en-GB" dirty="0"/>
              <a:t>1</a:t>
            </a:r>
          </a:p>
        </p:txBody>
      </p:sp>
      <p:sp>
        <p:nvSpPr>
          <p:cNvPr id="14" name="Picture Placeholder 4">
            <a:extLst>
              <a:ext uri="{FF2B5EF4-FFF2-40B4-BE49-F238E27FC236}">
                <a16:creationId xmlns:a16="http://schemas.microsoft.com/office/drawing/2014/main" id="{8EBE0D14-C041-444F-B729-073226190586}"/>
              </a:ext>
            </a:extLst>
          </p:cNvPr>
          <p:cNvSpPr>
            <a:spLocks noGrp="1"/>
          </p:cNvSpPr>
          <p:nvPr>
            <p:ph type="pic" sz="quarter" idx="14" hasCustomPrompt="1"/>
          </p:nvPr>
        </p:nvSpPr>
        <p:spPr>
          <a:xfrm>
            <a:off x="0" y="0"/>
            <a:ext cx="9144000" cy="5148000"/>
          </a:xfrm>
          <a:prstGeom prst="rect">
            <a:avLst/>
          </a:prstGeom>
          <a:solidFill>
            <a:srgbClr val="333333"/>
          </a:solidFill>
        </p:spPr>
        <p:txBody>
          <a:bodyPr lIns="324000" tIns="576000"/>
          <a:lstStyle>
            <a:lvl1pPr>
              <a:defRPr sz="1000" b="0" i="1">
                <a:solidFill>
                  <a:schemeClr val="bg1"/>
                </a:solidFill>
              </a:defRPr>
            </a:lvl1pPr>
          </a:lstStyle>
          <a:p>
            <a:r>
              <a:rPr lang="en-US" dirty="0"/>
              <a:t>Please use and adjust this transparent box to darken the background image for good readability. Please insert an image and send it to the background.</a:t>
            </a:r>
          </a:p>
        </p:txBody>
      </p:sp>
      <p:sp>
        <p:nvSpPr>
          <p:cNvPr id="3" name="meta-subline">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740802"/>
            <a:ext cx="8495999" cy="503215"/>
          </a:xfrm>
          <a:prstGeom prst="rect">
            <a:avLst/>
          </a:prstGeom>
        </p:spPr>
        <p:txBody>
          <a:bodyPr>
            <a:noAutofit/>
          </a:bodyPr>
          <a:lstStyle>
            <a:lvl1pPr marL="0" indent="0" algn="l">
              <a:lnSpc>
                <a:spcPct val="90000"/>
              </a:lnSpc>
              <a:spcAft>
                <a:spcPts val="0"/>
              </a:spcAft>
              <a:buNone/>
              <a:defRPr sz="1800" cap="all" baseline="0">
                <a:solidFill>
                  <a:schemeClr val="bg1"/>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Optional subline in one OR TWO </a:t>
            </a:r>
            <a:r>
              <a:rPr lang="en-US" dirty="0" err="1"/>
              <a:t>lineS</a:t>
            </a:r>
            <a:r>
              <a:rPr lang="en-US" dirty="0"/>
              <a:t>, Delivery CONDENSED LIGHT, 18 </a:t>
            </a:r>
            <a:r>
              <a:rPr lang="en-US" dirty="0" err="1"/>
              <a:t>pt</a:t>
            </a:r>
            <a:endParaRPr lang="en-US" dirty="0"/>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0" y="1241929"/>
            <a:ext cx="8495999" cy="1498873"/>
          </a:xfrm>
        </p:spPr>
        <p:txBody>
          <a:bodyPr/>
          <a:lstStyle>
            <a:lvl1pPr>
              <a:lnSpc>
                <a:spcPct val="90000"/>
              </a:lnSpc>
              <a:defRPr sz="3600" b="0" i="0" cap="all" baseline="0">
                <a:solidFill>
                  <a:schemeClr val="bg1"/>
                </a:solidFill>
                <a:latin typeface="Delivery Cd Black" panose="020F0906020204020204" pitchFamily="34" charset="0"/>
              </a:defRPr>
            </a:lvl1pPr>
          </a:lstStyle>
          <a:p>
            <a:r>
              <a:rPr lang="en-US" dirty="0"/>
              <a:t>SAMPLE TITLE Delivery CONDENSED BLACK, 36 </a:t>
            </a:r>
            <a:r>
              <a:rPr lang="en-US" dirty="0" err="1"/>
              <a:t>pt</a:t>
            </a:r>
            <a:endParaRPr lang="en-US" dirty="0"/>
          </a:p>
        </p:txBody>
      </p:sp>
      <p:sp>
        <p:nvSpPr>
          <p:cNvPr id="15" name="meta-project">
            <a:extLst>
              <a:ext uri="{FF2B5EF4-FFF2-40B4-BE49-F238E27FC236}">
                <a16:creationId xmlns:a16="http://schemas.microsoft.com/office/drawing/2014/main" id="{6EBD2539-ABD1-40DD-8933-464D93B77205}"/>
              </a:ext>
            </a:extLst>
          </p:cNvPr>
          <p:cNvSpPr>
            <a:spLocks noGrp="1"/>
          </p:cNvSpPr>
          <p:nvPr>
            <p:ph type="body" sz="quarter" idx="12" hasCustomPrompt="1"/>
          </p:nvPr>
        </p:nvSpPr>
        <p:spPr>
          <a:xfrm>
            <a:off x="323999" y="3345642"/>
            <a:ext cx="4644724" cy="400110"/>
          </a:xfrm>
          <a:prstGeom prst="rect">
            <a:avLst/>
          </a:prstGeom>
        </p:spPr>
        <p:txBody>
          <a:bodyPr>
            <a:noAutofit/>
          </a:bodyPr>
          <a:lstStyle>
            <a:lvl1pPr>
              <a:spcAft>
                <a:spcPts val="0"/>
              </a:spcAft>
              <a:defRPr>
                <a:solidFill>
                  <a:schemeClr val="bg1"/>
                </a:solidFill>
                <a:latin typeface="+mn-lt"/>
              </a:defRPr>
            </a:lvl1pPr>
            <a:lvl2pPr marL="0" indent="0">
              <a:buNone/>
              <a:defRPr/>
            </a:lvl2pPr>
          </a:lstStyle>
          <a:p>
            <a:pPr lvl="0"/>
            <a:r>
              <a:rPr lang="en-US" dirty="0"/>
              <a:t>Name of the event or project or presenter</a:t>
            </a:r>
          </a:p>
          <a:p>
            <a:pPr lvl="0"/>
            <a:r>
              <a:rPr lang="en-US" dirty="0"/>
              <a:t>Location, ##Month##</a:t>
            </a:r>
          </a:p>
        </p:txBody>
      </p:sp>
      <p:sp>
        <p:nvSpPr>
          <p:cNvPr id="18" name="meta-identifier">
            <a:extLst>
              <a:ext uri="{FF2B5EF4-FFF2-40B4-BE49-F238E27FC236}">
                <a16:creationId xmlns:a16="http://schemas.microsoft.com/office/drawing/2014/main" id="{54E64FCC-3FE9-443B-AD0F-06908B8BA7C1}"/>
              </a:ext>
            </a:extLst>
          </p:cNvPr>
          <p:cNvSpPr>
            <a:spLocks noGrp="1"/>
          </p:cNvSpPr>
          <p:nvPr>
            <p:ph type="body" sz="quarter" idx="13" hasCustomPrompt="1"/>
          </p:nvPr>
        </p:nvSpPr>
        <p:spPr>
          <a:xfrm>
            <a:off x="323999" y="3808816"/>
            <a:ext cx="4644724" cy="196977"/>
          </a:xfrm>
          <a:prstGeom prst="rect">
            <a:avLst/>
          </a:prstGeom>
        </p:spPr>
        <p:txBody>
          <a:bodyPr>
            <a:noAutofit/>
          </a:bodyPr>
          <a:lstStyle>
            <a:lvl1pPr>
              <a:defRPr b="1">
                <a:solidFill>
                  <a:schemeClr val="bg1"/>
                </a:solidFill>
                <a:latin typeface="+mn-lt"/>
              </a:defRPr>
            </a:lvl1pPr>
            <a:lvl2pPr marL="0" indent="0">
              <a:buNone/>
              <a:defRPr/>
            </a:lvl2pPr>
          </a:lstStyle>
          <a:p>
            <a:pPr lvl="0"/>
            <a:r>
              <a:rPr lang="en-US" dirty="0"/>
              <a:t>DHL Business Unit – Claim, Delivery (bold), 12 </a:t>
            </a:r>
            <a:r>
              <a:rPr lang="en-US" dirty="0" err="1"/>
              <a:t>pt</a:t>
            </a:r>
            <a:endParaRPr lang="en-US" dirty="0"/>
          </a:p>
        </p:txBody>
      </p:sp>
      <p:sp>
        <p:nvSpPr>
          <p:cNvPr id="19" name="Text Placeholder 5">
            <a:extLst>
              <a:ext uri="{FF2B5EF4-FFF2-40B4-BE49-F238E27FC236}">
                <a16:creationId xmlns:a16="http://schemas.microsoft.com/office/drawing/2014/main" id="{52E2F260-C471-49DE-81D6-239F208F0487}"/>
              </a:ext>
            </a:extLst>
          </p:cNvPr>
          <p:cNvSpPr>
            <a:spLocks noGrp="1"/>
          </p:cNvSpPr>
          <p:nvPr>
            <p:ph type="body" sz="quarter" idx="15" hasCustomPrompt="1"/>
          </p:nvPr>
        </p:nvSpPr>
        <p:spPr>
          <a:xfrm>
            <a:off x="160020" y="4314061"/>
            <a:ext cx="8658000" cy="670842"/>
          </a:xfrm>
          <a:prstGeom prst="rect">
            <a:avLst/>
          </a:prstGeom>
          <a:gradFill flip="none" rotWithShape="1">
            <a:gsLst>
              <a:gs pos="50000">
                <a:schemeClr val="accent3"/>
              </a:gs>
              <a:gs pos="100000">
                <a:schemeClr val="accent3">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lvl1pPr algn="l">
              <a:defRPr lang="en-US" sz="100" smtClean="0">
                <a:solidFill>
                  <a:schemeClr val="accent3"/>
                </a:solidFill>
              </a:defRPr>
            </a:lvl1pPr>
            <a:lvl2pPr>
              <a:defRPr lang="en-US" sz="1350" smtClean="0">
                <a:solidFill>
                  <a:schemeClr val="lt1"/>
                </a:solidFill>
              </a:defRPr>
            </a:lvl2pPr>
            <a:lvl3pPr>
              <a:defRPr lang="en-US" sz="1350" smtClean="0">
                <a:solidFill>
                  <a:schemeClr val="lt1"/>
                </a:solidFill>
              </a:defRPr>
            </a:lvl3pPr>
            <a:lvl4pPr>
              <a:defRPr lang="en-US" sz="1350" smtClean="0">
                <a:solidFill>
                  <a:schemeClr val="lt1"/>
                </a:solidFill>
              </a:defRPr>
            </a:lvl4pPr>
            <a:lvl5pPr>
              <a:defRPr lang="en-US" sz="1350">
                <a:solidFill>
                  <a:schemeClr val="lt1"/>
                </a:solidFill>
              </a:defRPr>
            </a:lvl5pPr>
          </a:lstStyle>
          <a:p>
            <a:pPr lvl="0" algn="ctr"/>
            <a:r>
              <a:rPr lang="en-US" dirty="0"/>
              <a:t>1</a:t>
            </a:r>
          </a:p>
        </p:txBody>
      </p:sp>
      <p:sp>
        <p:nvSpPr>
          <p:cNvPr id="20" name="Text Placeholder 3">
            <a:extLst>
              <a:ext uri="{FF2B5EF4-FFF2-40B4-BE49-F238E27FC236}">
                <a16:creationId xmlns:a16="http://schemas.microsoft.com/office/drawing/2014/main" id="{1DB0E010-C9CE-4D82-B3EE-AA6AD62929F6}"/>
              </a:ext>
            </a:extLst>
          </p:cNvPr>
          <p:cNvSpPr>
            <a:spLocks noGrp="1"/>
          </p:cNvSpPr>
          <p:nvPr>
            <p:ph type="body" sz="quarter" idx="20" hasCustomPrompt="1"/>
          </p:nvPr>
        </p:nvSpPr>
        <p:spPr>
          <a:xfrm>
            <a:off x="327436" y="4476061"/>
            <a:ext cx="1475999" cy="351428"/>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a:lstStyle>
            <a:lvl1pPr>
              <a:defRPr sz="100">
                <a:solidFill>
                  <a:schemeClr val="accent3"/>
                </a:solidFill>
              </a:defRPr>
            </a:lvl1pPr>
          </a:lstStyle>
          <a:p>
            <a:pPr lvl="0"/>
            <a:r>
              <a:rPr lang="en-US" dirty="0"/>
              <a:t>1</a:t>
            </a:r>
            <a:endParaRPr lang="en-GB" dirty="0"/>
          </a:p>
        </p:txBody>
      </p:sp>
    </p:spTree>
    <p:extLst>
      <p:ext uri="{BB962C8B-B14F-4D97-AF65-F5344CB8AC3E}">
        <p14:creationId xmlns:p14="http://schemas.microsoft.com/office/powerpoint/2010/main" val="2776875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full page gradient">
    <p:bg>
      <p:bgPr>
        <a:gradFill flip="none" rotWithShape="1">
          <a:gsLst>
            <a:gs pos="30000">
              <a:schemeClr val="accent3"/>
            </a:gs>
            <a:gs pos="79000">
              <a:srgbClr val="FFDE59"/>
            </a:gs>
            <a:gs pos="100000">
              <a:srgbClr val="FFF0B2"/>
            </a:gs>
          </a:gsLst>
          <a:lin ang="16200000" scaled="0"/>
          <a:tileRect/>
        </a:gradFill>
        <a:effectLst/>
      </p:bgPr>
    </p:bg>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0" y="2017985"/>
            <a:ext cx="8495999"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OPTIONAL subline in one OR TWO </a:t>
            </a:r>
            <a:r>
              <a:rPr lang="en-US" dirty="0" err="1"/>
              <a:t>lineS</a:t>
            </a:r>
            <a:r>
              <a:rPr lang="en-US" dirty="0"/>
              <a:t>, Delivery CONDENSED LIGHT, 18 </a:t>
            </a:r>
            <a:r>
              <a:rPr lang="en-US" dirty="0" err="1"/>
              <a:t>pt</a:t>
            </a:r>
            <a:endParaRPr lang="en-US" dirty="0"/>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0" y="519112"/>
            <a:ext cx="8495999"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dirty="0"/>
              <a:t>section divider with Gradient, Delivery CONDENSED BLACK, 36 </a:t>
            </a:r>
            <a:r>
              <a:rPr lang="en-US" dirty="0" err="1"/>
              <a:t>pt</a:t>
            </a:r>
            <a:endParaRPr lang="en-US" dirty="0"/>
          </a:p>
        </p:txBody>
      </p:sp>
      <p:sp>
        <p:nvSpPr>
          <p:cNvPr id="4" name="Footer Placeholder 3">
            <a:extLst>
              <a:ext uri="{FF2B5EF4-FFF2-40B4-BE49-F238E27FC236}">
                <a16:creationId xmlns:a16="http://schemas.microsoft.com/office/drawing/2014/main" id="{BF134C61-AE90-4876-9405-4282167F38EE}"/>
              </a:ext>
            </a:extLst>
          </p:cNvPr>
          <p:cNvSpPr>
            <a:spLocks noGrp="1"/>
          </p:cNvSpPr>
          <p:nvPr>
            <p:ph type="ftr" sz="quarter" idx="10"/>
          </p:nvPr>
        </p:nvSpPr>
        <p:spPr/>
        <p:txBody>
          <a:bodyPr/>
          <a:lstStyle/>
          <a:p>
            <a:r>
              <a:rPr lang="en-US"/>
              <a:t>DHL | Presentation title | Location | xx Month 20xx</a:t>
            </a:r>
            <a:endParaRPr lang="en-US" dirty="0"/>
          </a:p>
        </p:txBody>
      </p:sp>
      <p:sp>
        <p:nvSpPr>
          <p:cNvPr id="5" name="Slide Number Placeholder 4">
            <a:extLst>
              <a:ext uri="{FF2B5EF4-FFF2-40B4-BE49-F238E27FC236}">
                <a16:creationId xmlns:a16="http://schemas.microsoft.com/office/drawing/2014/main" id="{A2D195B8-0DD2-4278-B191-4D18AA251FFB}"/>
              </a:ext>
            </a:extLst>
          </p:cNvPr>
          <p:cNvSpPr>
            <a:spLocks noGrp="1"/>
          </p:cNvSpPr>
          <p:nvPr>
            <p:ph type="sldNum" sz="quarter" idx="11"/>
          </p:nvPr>
        </p:nvSpPr>
        <p:spPr/>
        <p:txBody>
          <a:bodyPr/>
          <a:lstStyle/>
          <a:p>
            <a:fld id="{C2245BC1-4D7B-4ED3-8F01-840FA35126C6}" type="slidenum">
              <a:rPr lang="en-US" smtClean="0"/>
              <a:pPr/>
              <a:t>‹#›</a:t>
            </a:fld>
            <a:endParaRPr lang="en-US" dirty="0"/>
          </a:p>
        </p:txBody>
      </p:sp>
    </p:spTree>
    <p:extLst>
      <p:ext uri="{BB962C8B-B14F-4D97-AF65-F5344CB8AC3E}">
        <p14:creationId xmlns:p14="http://schemas.microsoft.com/office/powerpoint/2010/main" val="116459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alf page gradient">
    <p:bg>
      <p:bgPr>
        <a:gradFill flip="none" rotWithShape="1">
          <a:gsLst>
            <a:gs pos="79000">
              <a:srgbClr val="FFDE59"/>
            </a:gs>
            <a:gs pos="30000">
              <a:schemeClr val="accent3"/>
            </a:gs>
            <a:gs pos="100000">
              <a:srgbClr val="FFF0B2"/>
            </a:gs>
          </a:gsLst>
          <a:lin ang="16200000" scaled="0"/>
          <a:tileRect/>
        </a:gradFill>
        <a:effectLst/>
      </p:bgPr>
    </p:bg>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34533E2D-E3E8-4028-915B-4B522D9607C2}"/>
              </a:ext>
            </a:extLst>
          </p:cNvPr>
          <p:cNvSpPr>
            <a:spLocks noGrp="1"/>
          </p:cNvSpPr>
          <p:nvPr>
            <p:ph type="subTitle" idx="1" hasCustomPrompt="1"/>
          </p:nvPr>
        </p:nvSpPr>
        <p:spPr>
          <a:xfrm>
            <a:off x="324001" y="2758969"/>
            <a:ext cx="4644723" cy="503215"/>
          </a:xfrm>
          <a:prstGeom prst="rect">
            <a:avLst/>
          </a:prstGeom>
        </p:spPr>
        <p:txBody>
          <a:bodyPr>
            <a:noAutofit/>
          </a:bodyPr>
          <a:lstStyle>
            <a:lvl1pPr marL="0" indent="0" algn="l">
              <a:lnSpc>
                <a:spcPct val="90000"/>
              </a:lnSpc>
              <a:spcAft>
                <a:spcPts val="0"/>
              </a:spcAft>
              <a:buNone/>
              <a:defRPr sz="1800" cap="all" baseline="0">
                <a:solidFill>
                  <a:schemeClr val="accent4"/>
                </a:solidFill>
                <a:latin typeface="Delivery Cd Light" panose="020F0406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Optional subline in one OR TWO </a:t>
            </a:r>
            <a:r>
              <a:rPr lang="en-US" dirty="0" err="1"/>
              <a:t>lineS</a:t>
            </a:r>
            <a:r>
              <a:rPr lang="en-US" dirty="0"/>
              <a:t>, </a:t>
            </a:r>
          </a:p>
          <a:p>
            <a:r>
              <a:rPr lang="en-US" dirty="0"/>
              <a:t>Delivery CONDENSED LIGHT, 18 </a:t>
            </a:r>
            <a:r>
              <a:rPr lang="en-US" dirty="0" err="1"/>
              <a:t>pt</a:t>
            </a:r>
            <a:endParaRPr lang="en-US" dirty="0"/>
          </a:p>
        </p:txBody>
      </p:sp>
      <p:sp>
        <p:nvSpPr>
          <p:cNvPr id="12" name="Title 11">
            <a:extLst>
              <a:ext uri="{FF2B5EF4-FFF2-40B4-BE49-F238E27FC236}">
                <a16:creationId xmlns:a16="http://schemas.microsoft.com/office/drawing/2014/main" id="{243A0BD6-FFA5-412C-95AF-EC90EFB11468}"/>
              </a:ext>
            </a:extLst>
          </p:cNvPr>
          <p:cNvSpPr>
            <a:spLocks noGrp="1"/>
          </p:cNvSpPr>
          <p:nvPr>
            <p:ph type="title" hasCustomPrompt="1"/>
          </p:nvPr>
        </p:nvSpPr>
        <p:spPr>
          <a:xfrm>
            <a:off x="324001" y="1260096"/>
            <a:ext cx="4644723" cy="1498873"/>
          </a:xfrm>
        </p:spPr>
        <p:txBody>
          <a:bodyPr/>
          <a:lstStyle>
            <a:lvl1pPr>
              <a:lnSpc>
                <a:spcPct val="90000"/>
              </a:lnSpc>
              <a:defRPr sz="3600" b="0" i="0" cap="all" baseline="0">
                <a:solidFill>
                  <a:schemeClr val="accent4"/>
                </a:solidFill>
                <a:latin typeface="Delivery Cd Black" panose="020F0906020204020204" pitchFamily="34" charset="0"/>
              </a:defRPr>
            </a:lvl1pPr>
          </a:lstStyle>
          <a:p>
            <a:r>
              <a:rPr lang="en-US" dirty="0"/>
              <a:t>section divider </a:t>
            </a:r>
            <a:br>
              <a:rPr lang="en-US" dirty="0"/>
            </a:br>
            <a:r>
              <a:rPr lang="en-US" dirty="0"/>
              <a:t>with image, 36 PT</a:t>
            </a:r>
          </a:p>
        </p:txBody>
      </p:sp>
      <p:sp>
        <p:nvSpPr>
          <p:cNvPr id="5" name="Picture Placeholder 4">
            <a:extLst>
              <a:ext uri="{FF2B5EF4-FFF2-40B4-BE49-F238E27FC236}">
                <a16:creationId xmlns:a16="http://schemas.microsoft.com/office/drawing/2014/main" id="{E4A5375F-57B6-4F34-B285-0212289DE52D}"/>
              </a:ext>
            </a:extLst>
          </p:cNvPr>
          <p:cNvSpPr>
            <a:spLocks noGrp="1"/>
          </p:cNvSpPr>
          <p:nvPr>
            <p:ph type="pic" sz="quarter" idx="14" hasCustomPrompt="1"/>
          </p:nvPr>
        </p:nvSpPr>
        <p:spPr>
          <a:xfrm>
            <a:off x="5292726" y="0"/>
            <a:ext cx="3851275" cy="5148000"/>
          </a:xfrm>
          <a:prstGeom prst="rect">
            <a:avLst/>
          </a:prstGeom>
          <a:solidFill>
            <a:srgbClr val="CCCCCC"/>
          </a:solidFill>
        </p:spPr>
        <p:txBody>
          <a:bodyPr lIns="72000" tIns="72000" rIns="72000" bIns="72000"/>
          <a:lstStyle>
            <a:lvl1pPr>
              <a:defRPr/>
            </a:lvl1pPr>
          </a:lstStyle>
          <a:p>
            <a:r>
              <a:rPr lang="en-US" dirty="0"/>
              <a:t>Please click the icon to insert an image</a:t>
            </a:r>
          </a:p>
        </p:txBody>
      </p:sp>
      <p:sp>
        <p:nvSpPr>
          <p:cNvPr id="2" name="Footer Placeholder 1">
            <a:extLst>
              <a:ext uri="{FF2B5EF4-FFF2-40B4-BE49-F238E27FC236}">
                <a16:creationId xmlns:a16="http://schemas.microsoft.com/office/drawing/2014/main" id="{DF55C8B4-1569-420F-94F8-0A45D58CC333}"/>
              </a:ext>
            </a:extLst>
          </p:cNvPr>
          <p:cNvSpPr>
            <a:spLocks noGrp="1"/>
          </p:cNvSpPr>
          <p:nvPr>
            <p:ph type="ftr" sz="quarter" idx="15"/>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999E2F84-6B48-4F57-8783-342F789CB32E}"/>
              </a:ext>
            </a:extLst>
          </p:cNvPr>
          <p:cNvSpPr>
            <a:spLocks noGrp="1"/>
          </p:cNvSpPr>
          <p:nvPr>
            <p:ph type="sldNum" sz="quarter" idx="16"/>
          </p:nvPr>
        </p:nvSpPr>
        <p:spPr/>
        <p:txBody>
          <a:bodyPr/>
          <a:lstStyle/>
          <a:p>
            <a:fld id="{C2245BC1-4D7B-4ED3-8F01-840FA35126C6}" type="slidenum">
              <a:rPr lang="en-US" smtClean="0"/>
              <a:pPr/>
              <a:t>‹#›</a:t>
            </a:fld>
            <a:endParaRPr lang="en-US" dirty="0"/>
          </a:p>
        </p:txBody>
      </p:sp>
    </p:spTree>
    <p:extLst>
      <p:ext uri="{BB962C8B-B14F-4D97-AF65-F5344CB8AC3E}">
        <p14:creationId xmlns:p14="http://schemas.microsoft.com/office/powerpoint/2010/main" val="983713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55AA5-C875-4E2C-962B-7BF752DF5F22}"/>
              </a:ext>
            </a:extLst>
          </p:cNvPr>
          <p:cNvSpPr>
            <a:spLocks noGrp="1"/>
          </p:cNvSpPr>
          <p:nvPr>
            <p:ph type="title" hasCustomPrompt="1"/>
          </p:nvPr>
        </p:nvSpPr>
        <p:spPr/>
        <p:txBody>
          <a:bodyPr/>
          <a:lstStyle>
            <a:lvl1pPr>
              <a:defRPr/>
            </a:lvl1pPr>
          </a:lstStyle>
          <a:p>
            <a:r>
              <a:rPr lang="en-US" dirty="0"/>
              <a:t>Double headline with one or two lines, Delivery Bold, 18 </a:t>
            </a:r>
            <a:r>
              <a:rPr lang="en-US" dirty="0" err="1"/>
              <a:t>pt</a:t>
            </a:r>
            <a:endParaRPr lang="en-GB" dirty="0"/>
          </a:p>
        </p:txBody>
      </p:sp>
      <p:sp>
        <p:nvSpPr>
          <p:cNvPr id="3" name="Footer Placeholder 2">
            <a:extLst>
              <a:ext uri="{FF2B5EF4-FFF2-40B4-BE49-F238E27FC236}">
                <a16:creationId xmlns:a16="http://schemas.microsoft.com/office/drawing/2014/main" id="{9F3ED683-F9E2-432B-9EE5-F787159B7C2B}"/>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4690C2FE-3516-4404-9D7F-3E6C34243697}"/>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10" name="Text Placeholder 9">
            <a:extLst>
              <a:ext uri="{FF2B5EF4-FFF2-40B4-BE49-F238E27FC236}">
                <a16:creationId xmlns:a16="http://schemas.microsoft.com/office/drawing/2014/main" id="{6A3BBD46-F6A3-49DC-8F32-053AD1A88634}"/>
              </a:ext>
            </a:extLst>
          </p:cNvPr>
          <p:cNvSpPr>
            <a:spLocks noGrp="1"/>
          </p:cNvSpPr>
          <p:nvPr>
            <p:ph type="body" sz="quarter" idx="15" hasCustomPrompt="1"/>
          </p:nvPr>
        </p:nvSpPr>
        <p:spPr>
          <a:xfrm>
            <a:off x="323850" y="1150938"/>
            <a:ext cx="2722563" cy="3530600"/>
          </a:xfrm>
          <a:prstGeom prst="rect">
            <a:avLst/>
          </a:prstGeom>
        </p:spPr>
        <p:txBody>
          <a:bodyPr/>
          <a:lstStyle>
            <a:lvl1pPr marL="252000" indent="-252000">
              <a:spcBef>
                <a:spcPts val="1400"/>
              </a:spcBef>
              <a:spcAft>
                <a:spcPts val="0"/>
              </a:spcAft>
              <a:buAutoNum type="arabicPlain"/>
              <a:defRPr b="1"/>
            </a:lvl1pPr>
            <a:lvl2pPr marL="252000" indent="0">
              <a:lnSpc>
                <a:spcPct val="100000"/>
              </a:lnSpc>
              <a:spcAft>
                <a:spcPts val="0"/>
              </a:spcAft>
              <a:buNone/>
              <a:defRPr/>
            </a:lvl2pPr>
          </a:lstStyle>
          <a:p>
            <a:pPr lvl="0"/>
            <a:r>
              <a:rPr lang="en-US" dirty="0"/>
              <a:t>Sample section, Delivery Bold, </a:t>
            </a:r>
            <a:br>
              <a:rPr lang="en-US" dirty="0"/>
            </a:br>
            <a:r>
              <a:rPr lang="en-US" dirty="0"/>
              <a:t>12 </a:t>
            </a:r>
            <a:r>
              <a:rPr lang="en-US" dirty="0" err="1"/>
              <a:t>pt</a:t>
            </a:r>
            <a:endParaRPr lang="en-US" dirty="0"/>
          </a:p>
          <a:p>
            <a:pPr lvl="1"/>
            <a:r>
              <a:rPr lang="en-US" dirty="0"/>
              <a:t>Sample text, Delivery, 12 </a:t>
            </a:r>
            <a:r>
              <a:rPr lang="en-US" dirty="0" err="1"/>
              <a:t>pt</a:t>
            </a:r>
            <a:endParaRPr lang="en-US" dirty="0"/>
          </a:p>
          <a:p>
            <a:pPr lvl="0"/>
            <a:endParaRPr lang="en-GB" dirty="0"/>
          </a:p>
        </p:txBody>
      </p:sp>
      <p:sp>
        <p:nvSpPr>
          <p:cNvPr id="11" name="Text Placeholder 9">
            <a:extLst>
              <a:ext uri="{FF2B5EF4-FFF2-40B4-BE49-F238E27FC236}">
                <a16:creationId xmlns:a16="http://schemas.microsoft.com/office/drawing/2014/main" id="{4F39E3AB-4E3D-4482-A3E6-FBBC80DEA30E}"/>
              </a:ext>
            </a:extLst>
          </p:cNvPr>
          <p:cNvSpPr>
            <a:spLocks noGrp="1"/>
          </p:cNvSpPr>
          <p:nvPr>
            <p:ph type="body" sz="quarter" idx="16" hasCustomPrompt="1"/>
          </p:nvPr>
        </p:nvSpPr>
        <p:spPr>
          <a:xfrm>
            <a:off x="3208339" y="1150938"/>
            <a:ext cx="2722564" cy="3530600"/>
          </a:xfrm>
          <a:prstGeom prst="rect">
            <a:avLst/>
          </a:prstGeom>
        </p:spPr>
        <p:txBody>
          <a:bodyPr/>
          <a:lstStyle>
            <a:lvl1pPr marL="252000" indent="-252000">
              <a:spcBef>
                <a:spcPts val="1400"/>
              </a:spcBef>
              <a:spcAft>
                <a:spcPts val="0"/>
              </a:spcAft>
              <a:buAutoNum type="arabicPlain" startAt="7"/>
              <a:defRPr b="1"/>
            </a:lvl1pPr>
            <a:lvl2pPr marL="252000" indent="0">
              <a:lnSpc>
                <a:spcPct val="100000"/>
              </a:lnSpc>
              <a:spcAft>
                <a:spcPts val="0"/>
              </a:spcAft>
              <a:buNone/>
              <a:defRPr/>
            </a:lvl2pPr>
          </a:lstStyle>
          <a:p>
            <a:pPr lvl="0"/>
            <a:r>
              <a:rPr lang="en-US" dirty="0"/>
              <a:t>Sample section, Delivery Bold, </a:t>
            </a:r>
            <a:br>
              <a:rPr lang="en-US" dirty="0"/>
            </a:br>
            <a:r>
              <a:rPr lang="en-US" dirty="0"/>
              <a:t>12 </a:t>
            </a:r>
            <a:r>
              <a:rPr lang="en-US" dirty="0" err="1"/>
              <a:t>pt</a:t>
            </a:r>
            <a:endParaRPr lang="en-US" dirty="0"/>
          </a:p>
          <a:p>
            <a:pPr lvl="1"/>
            <a:r>
              <a:rPr lang="en-US" dirty="0"/>
              <a:t>Sample text, Delivery, 12 </a:t>
            </a:r>
            <a:r>
              <a:rPr lang="en-US" dirty="0" err="1"/>
              <a:t>pt</a:t>
            </a:r>
            <a:endParaRPr lang="en-US" dirty="0"/>
          </a:p>
          <a:p>
            <a:pPr lvl="0"/>
            <a:endParaRPr lang="en-US" dirty="0"/>
          </a:p>
          <a:p>
            <a:pPr lvl="0"/>
            <a:endParaRPr lang="en-GB" dirty="0"/>
          </a:p>
        </p:txBody>
      </p:sp>
    </p:spTree>
    <p:extLst>
      <p:ext uri="{BB962C8B-B14F-4D97-AF65-F5344CB8AC3E}">
        <p14:creationId xmlns:p14="http://schemas.microsoft.com/office/powerpoint/2010/main" val="2978337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4958-514A-4601-B68D-C79842B99920}"/>
              </a:ext>
            </a:extLst>
          </p:cNvPr>
          <p:cNvSpPr>
            <a:spLocks noGrp="1"/>
          </p:cNvSpPr>
          <p:nvPr>
            <p:ph type="title" hasCustomPrompt="1"/>
          </p:nvPr>
        </p:nvSpPr>
        <p:spPr/>
        <p:txBody>
          <a:bodyPr/>
          <a:lstStyle>
            <a:lvl1pPr>
              <a:defRPr/>
            </a:lvl1pPr>
          </a:lstStyle>
          <a:p>
            <a:r>
              <a:rPr lang="en-US" dirty="0"/>
              <a:t>Double headline with one or two lines, Delivery Bold, 18 </a:t>
            </a:r>
            <a:r>
              <a:rPr lang="en-US" dirty="0" err="1"/>
              <a:t>pt</a:t>
            </a:r>
            <a:endParaRPr lang="en-US" dirty="0"/>
          </a:p>
        </p:txBody>
      </p:sp>
      <p:sp>
        <p:nvSpPr>
          <p:cNvPr id="3" name="Footer Placeholder 2">
            <a:extLst>
              <a:ext uri="{FF2B5EF4-FFF2-40B4-BE49-F238E27FC236}">
                <a16:creationId xmlns:a16="http://schemas.microsoft.com/office/drawing/2014/main" id="{3C27EF1F-9ACF-48EE-A949-EAF146453979}"/>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4438F358-6501-48B8-80CA-E7836E5B9882}"/>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8" name="Content Placeholder 7">
            <a:extLst>
              <a:ext uri="{FF2B5EF4-FFF2-40B4-BE49-F238E27FC236}">
                <a16:creationId xmlns:a16="http://schemas.microsoft.com/office/drawing/2014/main" id="{3AB14529-BCAE-43FA-A029-C343F83E0454}"/>
              </a:ext>
            </a:extLst>
          </p:cNvPr>
          <p:cNvSpPr>
            <a:spLocks noGrp="1"/>
          </p:cNvSpPr>
          <p:nvPr>
            <p:ph sz="quarter" idx="14" hasCustomPrompt="1"/>
          </p:nvPr>
        </p:nvSpPr>
        <p:spPr>
          <a:xfrm>
            <a:off x="324000" y="1150938"/>
            <a:ext cx="8495999" cy="35280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sz="1200" dirty="0"/>
              <a:t>Bullet number, Delivery, 12 </a:t>
            </a:r>
            <a:r>
              <a:rPr lang="en-US" sz="1200" dirty="0" err="1"/>
              <a:t>pt</a:t>
            </a:r>
            <a:r>
              <a:rPr lang="en-US" sz="1200" dirty="0"/>
              <a:t> </a:t>
            </a:r>
          </a:p>
        </p:txBody>
      </p:sp>
      <p:sp>
        <p:nvSpPr>
          <p:cNvPr id="5" name="Rectangle 4">
            <a:extLst>
              <a:ext uri="{FF2B5EF4-FFF2-40B4-BE49-F238E27FC236}">
                <a16:creationId xmlns:a16="http://schemas.microsoft.com/office/drawing/2014/main" id="{9D5CED03-C33D-4356-A21D-74205078B24D}"/>
              </a:ext>
            </a:extLst>
          </p:cNvPr>
          <p:cNvSpPr/>
          <p:nvPr/>
        </p:nvSpPr>
        <p:spPr>
          <a:xfrm>
            <a:off x="2286000" y="1729212"/>
            <a:ext cx="4572000" cy="300082"/>
          </a:xfrm>
          <a:prstGeom prst="rect">
            <a:avLst/>
          </a:prstGeom>
        </p:spPr>
        <p:txBody>
          <a:bodyPr>
            <a:spAutoFit/>
          </a:bodyPr>
          <a:lstStyle/>
          <a:p>
            <a:pPr lvl="2"/>
            <a:r>
              <a:rPr lang="en-US" dirty="0"/>
              <a:t> </a:t>
            </a:r>
          </a:p>
        </p:txBody>
      </p:sp>
    </p:spTree>
    <p:extLst>
      <p:ext uri="{BB962C8B-B14F-4D97-AF65-F5344CB8AC3E}">
        <p14:creationId xmlns:p14="http://schemas.microsoft.com/office/powerpoint/2010/main" val="2470408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F21E-737D-4419-BFB1-7E3BAF4E7B53}"/>
              </a:ext>
            </a:extLst>
          </p:cNvPr>
          <p:cNvSpPr>
            <a:spLocks noGrp="1"/>
          </p:cNvSpPr>
          <p:nvPr>
            <p:ph type="title" hasCustomPrompt="1"/>
          </p:nvPr>
        </p:nvSpPr>
        <p:spPr/>
        <p:txBody>
          <a:bodyPr/>
          <a:lstStyle>
            <a:lvl1pPr>
              <a:defRPr/>
            </a:lvl1pPr>
          </a:lstStyle>
          <a:p>
            <a:r>
              <a:rPr lang="en-US" dirty="0"/>
              <a:t>Double headline with one or two lines, Delivery Bold, 18 </a:t>
            </a:r>
            <a:r>
              <a:rPr lang="en-US" dirty="0" err="1"/>
              <a:t>pt</a:t>
            </a:r>
            <a:endParaRPr lang="en-US" dirty="0"/>
          </a:p>
        </p:txBody>
      </p:sp>
      <p:sp>
        <p:nvSpPr>
          <p:cNvPr id="3" name="Footer Placeholder 2">
            <a:extLst>
              <a:ext uri="{FF2B5EF4-FFF2-40B4-BE49-F238E27FC236}">
                <a16:creationId xmlns:a16="http://schemas.microsoft.com/office/drawing/2014/main" id="{2D4C42CC-B85A-402A-8160-8B4CC7900462}"/>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E2238AF6-F51C-40B8-BD5A-EE1AE942F1B7}"/>
              </a:ext>
            </a:extLst>
          </p:cNvPr>
          <p:cNvSpPr>
            <a:spLocks noGrp="1"/>
          </p:cNvSpPr>
          <p:nvPr>
            <p:ph type="sldNum" sz="quarter" idx="11"/>
          </p:nvPr>
        </p:nvSpPr>
        <p:spPr/>
        <p:txBody>
          <a:bodyPr/>
          <a:lstStyle/>
          <a:p>
            <a:fld id="{C2245BC1-4D7B-4ED3-8F01-840FA35126C6}" type="slidenum">
              <a:rPr lang="en-US" smtClean="0"/>
              <a:pPr/>
              <a:t>‹#›</a:t>
            </a:fld>
            <a:endParaRPr lang="en-US" dirty="0"/>
          </a:p>
        </p:txBody>
      </p:sp>
    </p:spTree>
    <p:extLst>
      <p:ext uri="{BB962C8B-B14F-4D97-AF65-F5344CB8AC3E}">
        <p14:creationId xmlns:p14="http://schemas.microsoft.com/office/powerpoint/2010/main" val="1125866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49F3C-D71F-48B0-816B-AA2AB649733A}"/>
              </a:ext>
            </a:extLst>
          </p:cNvPr>
          <p:cNvSpPr>
            <a:spLocks noGrp="1"/>
          </p:cNvSpPr>
          <p:nvPr>
            <p:ph type="title" hasCustomPrompt="1"/>
          </p:nvPr>
        </p:nvSpPr>
        <p:spPr/>
        <p:txBody>
          <a:bodyPr/>
          <a:lstStyle>
            <a:lvl1pPr>
              <a:defRPr/>
            </a:lvl1pPr>
          </a:lstStyle>
          <a:p>
            <a:r>
              <a:rPr lang="en-US" dirty="0"/>
              <a:t>Double headline with one or two lines, Delivery Bold, 18 </a:t>
            </a:r>
            <a:r>
              <a:rPr lang="en-US" dirty="0" err="1"/>
              <a:t>pt</a:t>
            </a:r>
            <a:endParaRPr lang="en-US" dirty="0"/>
          </a:p>
        </p:txBody>
      </p:sp>
      <p:sp>
        <p:nvSpPr>
          <p:cNvPr id="3" name="Footer Placeholder 2">
            <a:extLst>
              <a:ext uri="{FF2B5EF4-FFF2-40B4-BE49-F238E27FC236}">
                <a16:creationId xmlns:a16="http://schemas.microsoft.com/office/drawing/2014/main" id="{B74F32AD-3FC7-4091-8554-127642F80671}"/>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81180CEC-C0BC-4F28-99ED-9A7B307FEE0F}"/>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6" name="Content Placeholder 5">
            <a:extLst>
              <a:ext uri="{FF2B5EF4-FFF2-40B4-BE49-F238E27FC236}">
                <a16:creationId xmlns:a16="http://schemas.microsoft.com/office/drawing/2014/main" id="{1605EC38-B07E-496F-9ED7-8B08225083C7}"/>
              </a:ext>
            </a:extLst>
          </p:cNvPr>
          <p:cNvSpPr>
            <a:spLocks noGrp="1"/>
          </p:cNvSpPr>
          <p:nvPr>
            <p:ph sz="quarter" idx="12" hasCustomPrompt="1"/>
          </p:nvPr>
        </p:nvSpPr>
        <p:spPr>
          <a:xfrm>
            <a:off x="324001" y="1150938"/>
            <a:ext cx="4165450"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p:txBody>
      </p:sp>
      <p:sp>
        <p:nvSpPr>
          <p:cNvPr id="7" name="Content Placeholder 5">
            <a:extLst>
              <a:ext uri="{FF2B5EF4-FFF2-40B4-BE49-F238E27FC236}">
                <a16:creationId xmlns:a16="http://schemas.microsoft.com/office/drawing/2014/main" id="{09D4F118-EC4E-4697-8B94-89026AF38F06}"/>
              </a:ext>
            </a:extLst>
          </p:cNvPr>
          <p:cNvSpPr>
            <a:spLocks noGrp="1"/>
          </p:cNvSpPr>
          <p:nvPr>
            <p:ph sz="quarter" idx="13" hasCustomPrompt="1"/>
          </p:nvPr>
        </p:nvSpPr>
        <p:spPr>
          <a:xfrm>
            <a:off x="4654549" y="1150938"/>
            <a:ext cx="4165450"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p:txBody>
      </p:sp>
    </p:spTree>
    <p:extLst>
      <p:ext uri="{BB962C8B-B14F-4D97-AF65-F5344CB8AC3E}">
        <p14:creationId xmlns:p14="http://schemas.microsoft.com/office/powerpoint/2010/main" val="3455355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1 column, 1 pictur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1C21F6A-3851-4800-A70C-75B7E973A6B2}"/>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1E0140EB-C614-490E-95CD-A54BE084B790}"/>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5" name="Content Placeholder 5">
            <a:extLst>
              <a:ext uri="{FF2B5EF4-FFF2-40B4-BE49-F238E27FC236}">
                <a16:creationId xmlns:a16="http://schemas.microsoft.com/office/drawing/2014/main" id="{038679AF-4954-4658-B135-45730398D31C}"/>
              </a:ext>
            </a:extLst>
          </p:cNvPr>
          <p:cNvSpPr>
            <a:spLocks noGrp="1"/>
          </p:cNvSpPr>
          <p:nvPr>
            <p:ph sz="quarter" idx="12" hasCustomPrompt="1"/>
          </p:nvPr>
        </p:nvSpPr>
        <p:spPr>
          <a:xfrm>
            <a:off x="324001" y="1150938"/>
            <a:ext cx="4165450"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p:txBody>
      </p:sp>
      <p:sp>
        <p:nvSpPr>
          <p:cNvPr id="8" name="Picture Placeholder 7">
            <a:extLst>
              <a:ext uri="{FF2B5EF4-FFF2-40B4-BE49-F238E27FC236}">
                <a16:creationId xmlns:a16="http://schemas.microsoft.com/office/drawing/2014/main" id="{367FEE81-04E7-45FF-A241-7D07B82E5C5D}"/>
              </a:ext>
            </a:extLst>
          </p:cNvPr>
          <p:cNvSpPr>
            <a:spLocks noGrp="1"/>
          </p:cNvSpPr>
          <p:nvPr>
            <p:ph type="pic" sz="quarter" idx="14" hasCustomPrompt="1"/>
          </p:nvPr>
        </p:nvSpPr>
        <p:spPr>
          <a:xfrm>
            <a:off x="4654549" y="1150938"/>
            <a:ext cx="4165450" cy="3530600"/>
          </a:xfrm>
          <a:prstGeom prst="rect">
            <a:avLst/>
          </a:prstGeom>
          <a:solidFill>
            <a:srgbClr val="CCCCCC"/>
          </a:solidFill>
        </p:spPr>
        <p:txBody>
          <a:bodyPr lIns="72000" tIns="72000" rIns="72000" bIns="72000" anchor="ctr"/>
          <a:lstStyle>
            <a:lvl1pPr algn="ctr">
              <a:defRPr/>
            </a:lvl1pPr>
          </a:lstStyle>
          <a:p>
            <a:r>
              <a:rPr lang="en-US" dirty="0"/>
              <a:t>Please click the icon to insert an image</a:t>
            </a:r>
          </a:p>
        </p:txBody>
      </p:sp>
      <p:sp>
        <p:nvSpPr>
          <p:cNvPr id="6" name="Title 5">
            <a:extLst>
              <a:ext uri="{FF2B5EF4-FFF2-40B4-BE49-F238E27FC236}">
                <a16:creationId xmlns:a16="http://schemas.microsoft.com/office/drawing/2014/main" id="{B297623A-4EAB-41C4-80D7-12A550C73390}"/>
              </a:ext>
            </a:extLst>
          </p:cNvPr>
          <p:cNvSpPr>
            <a:spLocks noGrp="1"/>
          </p:cNvSpPr>
          <p:nvPr>
            <p:ph type="title" hasCustomPrompt="1"/>
          </p:nvPr>
        </p:nvSpPr>
        <p:spPr/>
        <p:txBody>
          <a:bodyPr/>
          <a:lstStyle>
            <a:lvl1pPr>
              <a:defRPr/>
            </a:lvl1pPr>
          </a:lstStyle>
          <a:p>
            <a:r>
              <a:rPr lang="en-US" dirty="0"/>
              <a:t>Double headline with one or two lines, Delivery Bold, 18 </a:t>
            </a:r>
            <a:r>
              <a:rPr lang="en-US" dirty="0" err="1"/>
              <a:t>pt</a:t>
            </a:r>
            <a:endParaRPr lang="en-GB" dirty="0"/>
          </a:p>
        </p:txBody>
      </p:sp>
    </p:spTree>
    <p:extLst>
      <p:ext uri="{BB962C8B-B14F-4D97-AF65-F5344CB8AC3E}">
        <p14:creationId xmlns:p14="http://schemas.microsoft.com/office/powerpoint/2010/main" val="4006956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1 column, 1 picture half s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3A2DAE2-6DBF-4F49-9437-0D73AEFD3F52}"/>
              </a:ext>
            </a:extLst>
          </p:cNvPr>
          <p:cNvSpPr>
            <a:spLocks noGrp="1"/>
          </p:cNvSpPr>
          <p:nvPr>
            <p:ph type="pic" sz="quarter" idx="18" hasCustomPrompt="1"/>
          </p:nvPr>
        </p:nvSpPr>
        <p:spPr>
          <a:xfrm>
            <a:off x="5292726" y="0"/>
            <a:ext cx="3851274" cy="5143500"/>
          </a:xfrm>
          <a:prstGeom prst="rect">
            <a:avLst/>
          </a:prstGeom>
          <a:solidFill>
            <a:srgbClr val="CCCCCC"/>
          </a:solidFill>
        </p:spPr>
        <p:txBody>
          <a:bodyPr anchor="ctr"/>
          <a:lstStyle>
            <a:lvl1pPr algn="ctr">
              <a:defRPr/>
            </a:lvl1pPr>
          </a:lstStyle>
          <a:p>
            <a:r>
              <a:rPr lang="en-US" dirty="0"/>
              <a:t>Please click the icon to insert an image</a:t>
            </a:r>
          </a:p>
        </p:txBody>
      </p:sp>
      <p:graphicFrame>
        <p:nvGraphicFramePr>
          <p:cNvPr id="29" name="Objekt 28" hidden="1">
            <a:extLst>
              <a:ext uri="{FF2B5EF4-FFF2-40B4-BE49-F238E27FC236}">
                <a16:creationId xmlns:a16="http://schemas.microsoft.com/office/drawing/2014/main" id="{35CC8C36-E5F6-4785-85F2-7B1DD179C837}"/>
              </a:ext>
            </a:extLst>
          </p:cNvPr>
          <p:cNvGraphicFramePr>
            <a:graphicFrameLocks noChangeAspect="1"/>
          </p:cNvGraphicFramePr>
          <p:nvPr>
            <p:custDataLst>
              <p:tags r:id="rId1"/>
            </p:custDataLst>
            <p:extLst>
              <p:ext uri="{D42A27DB-BD31-4B8C-83A1-F6EECF244321}">
                <p14:modId xmlns:p14="http://schemas.microsoft.com/office/powerpoint/2010/main" val="778391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9" name="Objekt 28" hidden="1">
                        <a:extLst>
                          <a:ext uri="{FF2B5EF4-FFF2-40B4-BE49-F238E27FC236}">
                            <a16:creationId xmlns:a16="http://schemas.microsoft.com/office/drawing/2014/main" id="{35CC8C36-E5F6-4785-85F2-7B1DD179C83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Rechteck 27" hidden="1">
            <a:extLst>
              <a:ext uri="{FF2B5EF4-FFF2-40B4-BE49-F238E27FC236}">
                <a16:creationId xmlns:a16="http://schemas.microsoft.com/office/drawing/2014/main" id="{5364B560-8A9F-4B7A-B988-CF7BF54F7125}"/>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l"/>
            <a:endParaRPr lang="en-US" sz="1800" b="1" i="0" baseline="0" dirty="0">
              <a:latin typeface="Delivery" panose="020F0503020204020204" pitchFamily="34" charset="0"/>
              <a:ea typeface="+mj-ea"/>
              <a:cs typeface="+mj-cs"/>
              <a:sym typeface="Delivery" panose="020F0503020204020204" pitchFamily="34" charset="0"/>
            </a:endParaRPr>
          </a:p>
        </p:txBody>
      </p:sp>
      <p:sp>
        <p:nvSpPr>
          <p:cNvPr id="3" name="Footer Placeholder 2">
            <a:extLst>
              <a:ext uri="{FF2B5EF4-FFF2-40B4-BE49-F238E27FC236}">
                <a16:creationId xmlns:a16="http://schemas.microsoft.com/office/drawing/2014/main" id="{0ADC25DC-2D9E-4ABF-8944-4D2479BF7286}"/>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AA728FFF-C4F8-4DDC-9D47-88E9283C619C}"/>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5" name="Content Placeholder 5">
            <a:extLst>
              <a:ext uri="{FF2B5EF4-FFF2-40B4-BE49-F238E27FC236}">
                <a16:creationId xmlns:a16="http://schemas.microsoft.com/office/drawing/2014/main" id="{219A887B-6080-4228-99B7-DF904417247B}"/>
              </a:ext>
            </a:extLst>
          </p:cNvPr>
          <p:cNvSpPr>
            <a:spLocks noGrp="1"/>
          </p:cNvSpPr>
          <p:nvPr>
            <p:ph sz="quarter" idx="12" hasCustomPrompt="1"/>
          </p:nvPr>
        </p:nvSpPr>
        <p:spPr>
          <a:xfrm>
            <a:off x="324001" y="1150938"/>
            <a:ext cx="4644724"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p:txBody>
      </p:sp>
      <p:sp>
        <p:nvSpPr>
          <p:cNvPr id="6" name="Title 5">
            <a:extLst>
              <a:ext uri="{FF2B5EF4-FFF2-40B4-BE49-F238E27FC236}">
                <a16:creationId xmlns:a16="http://schemas.microsoft.com/office/drawing/2014/main" id="{6CE55F6D-FD9E-4946-8051-A82B7F8833A1}"/>
              </a:ext>
            </a:extLst>
          </p:cNvPr>
          <p:cNvSpPr>
            <a:spLocks noGrp="1"/>
          </p:cNvSpPr>
          <p:nvPr>
            <p:ph type="title" hasCustomPrompt="1"/>
          </p:nvPr>
        </p:nvSpPr>
        <p:spPr>
          <a:xfrm>
            <a:off x="324000" y="385163"/>
            <a:ext cx="4644725" cy="493950"/>
          </a:xfrm>
        </p:spPr>
        <p:txBody>
          <a:bodyPr/>
          <a:lstStyle/>
          <a:p>
            <a:r>
              <a:rPr lang="en-US" dirty="0"/>
              <a:t>Double headline with one or two lines, Delivery Bold, 18 </a:t>
            </a:r>
            <a:r>
              <a:rPr lang="en-US" dirty="0" err="1"/>
              <a:t>pt</a:t>
            </a:r>
            <a:endParaRPr lang="en-US" dirty="0"/>
          </a:p>
        </p:txBody>
      </p:sp>
    </p:spTree>
    <p:extLst>
      <p:ext uri="{BB962C8B-B14F-4D97-AF65-F5344CB8AC3E}">
        <p14:creationId xmlns:p14="http://schemas.microsoft.com/office/powerpoint/2010/main" val="1106393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1 column, 1 column half side grey">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D416913-53A8-4554-9E84-F88C14A369BC}"/>
              </a:ext>
            </a:extLst>
          </p:cNvPr>
          <p:cNvSpPr>
            <a:spLocks noGrp="1"/>
          </p:cNvSpPr>
          <p:nvPr>
            <p:ph type="body" sz="quarter" idx="15" hasCustomPrompt="1"/>
          </p:nvPr>
        </p:nvSpPr>
        <p:spPr>
          <a:xfrm>
            <a:off x="5292726" y="0"/>
            <a:ext cx="3851274" cy="5143500"/>
          </a:xfrm>
          <a:prstGeom prst="rect">
            <a:avLst/>
          </a:prstGeom>
          <a:solidFill>
            <a:srgbClr val="CCCCCC"/>
          </a:solidFill>
        </p:spPr>
        <p:txBody>
          <a:bodyPr lIns="324000" tIns="1152000" rIns="324000" bIns="432000" anchor="t" anchorCtr="0"/>
          <a:lstStyle>
            <a:lvl1pPr>
              <a:defRPr/>
            </a:lvl1pPr>
            <a:lvl4pPr>
              <a:defRPr/>
            </a:lvl4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a:p>
            <a:pPr lvl="4"/>
            <a:endParaRPr lang="en-US" dirty="0"/>
          </a:p>
        </p:txBody>
      </p:sp>
      <p:graphicFrame>
        <p:nvGraphicFramePr>
          <p:cNvPr id="29" name="Objekt 28" hidden="1">
            <a:extLst>
              <a:ext uri="{FF2B5EF4-FFF2-40B4-BE49-F238E27FC236}">
                <a16:creationId xmlns:a16="http://schemas.microsoft.com/office/drawing/2014/main" id="{35CC8C36-E5F6-4785-85F2-7B1DD179C837}"/>
              </a:ext>
            </a:extLst>
          </p:cNvPr>
          <p:cNvGraphicFramePr>
            <a:graphicFrameLocks noChangeAspect="1"/>
          </p:cNvGraphicFramePr>
          <p:nvPr>
            <p:custDataLst>
              <p:tags r:id="rId1"/>
            </p:custDataLst>
            <p:extLst>
              <p:ext uri="{D42A27DB-BD31-4B8C-83A1-F6EECF244321}">
                <p14:modId xmlns:p14="http://schemas.microsoft.com/office/powerpoint/2010/main" val="27347642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9" name="Objekt 28" hidden="1">
                        <a:extLst>
                          <a:ext uri="{FF2B5EF4-FFF2-40B4-BE49-F238E27FC236}">
                            <a16:creationId xmlns:a16="http://schemas.microsoft.com/office/drawing/2014/main" id="{35CC8C36-E5F6-4785-85F2-7B1DD179C83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Rechteck 27" hidden="1">
            <a:extLst>
              <a:ext uri="{FF2B5EF4-FFF2-40B4-BE49-F238E27FC236}">
                <a16:creationId xmlns:a16="http://schemas.microsoft.com/office/drawing/2014/main" id="{5364B560-8A9F-4B7A-B988-CF7BF54F7125}"/>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l"/>
            <a:endParaRPr lang="en-US" sz="1800" b="1" i="0" baseline="0" dirty="0">
              <a:latin typeface="Delivery" panose="020F0503020204020204" pitchFamily="34" charset="0"/>
              <a:ea typeface="+mj-ea"/>
              <a:cs typeface="+mj-cs"/>
              <a:sym typeface="Delivery" panose="020F0503020204020204" pitchFamily="34" charset="0"/>
            </a:endParaRPr>
          </a:p>
        </p:txBody>
      </p:sp>
      <p:sp>
        <p:nvSpPr>
          <p:cNvPr id="2" name="Title 1">
            <a:extLst>
              <a:ext uri="{FF2B5EF4-FFF2-40B4-BE49-F238E27FC236}">
                <a16:creationId xmlns:a16="http://schemas.microsoft.com/office/drawing/2014/main" id="{6A499984-62A4-47EC-9933-2FCC1131CB9B}"/>
              </a:ext>
            </a:extLst>
          </p:cNvPr>
          <p:cNvSpPr>
            <a:spLocks noGrp="1"/>
          </p:cNvSpPr>
          <p:nvPr>
            <p:ph type="title" hasCustomPrompt="1"/>
          </p:nvPr>
        </p:nvSpPr>
        <p:spPr>
          <a:xfrm>
            <a:off x="324000" y="385200"/>
            <a:ext cx="4644725" cy="493200"/>
          </a:xfrm>
        </p:spPr>
        <p:txBody>
          <a:bodyPr/>
          <a:lstStyle>
            <a:lvl1pPr>
              <a:defRPr/>
            </a:lvl1pPr>
          </a:lstStyle>
          <a:p>
            <a:r>
              <a:rPr lang="en-US" dirty="0"/>
              <a:t>Double headline with one or two lines, Delivery Bold, 18 </a:t>
            </a:r>
            <a:r>
              <a:rPr lang="en-US" dirty="0" err="1"/>
              <a:t>pt</a:t>
            </a:r>
            <a:endParaRPr lang="en-US" dirty="0"/>
          </a:p>
        </p:txBody>
      </p:sp>
      <p:sp>
        <p:nvSpPr>
          <p:cNvPr id="3" name="Footer Placeholder 2">
            <a:extLst>
              <a:ext uri="{FF2B5EF4-FFF2-40B4-BE49-F238E27FC236}">
                <a16:creationId xmlns:a16="http://schemas.microsoft.com/office/drawing/2014/main" id="{0ADC25DC-2D9E-4ABF-8944-4D2479BF7286}"/>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AA728FFF-C4F8-4DDC-9D47-88E9283C619C}"/>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5" name="Content Placeholder 5">
            <a:extLst>
              <a:ext uri="{FF2B5EF4-FFF2-40B4-BE49-F238E27FC236}">
                <a16:creationId xmlns:a16="http://schemas.microsoft.com/office/drawing/2014/main" id="{219A887B-6080-4228-99B7-DF904417247B}"/>
              </a:ext>
            </a:extLst>
          </p:cNvPr>
          <p:cNvSpPr>
            <a:spLocks noGrp="1"/>
          </p:cNvSpPr>
          <p:nvPr>
            <p:ph sz="quarter" idx="12" hasCustomPrompt="1"/>
          </p:nvPr>
        </p:nvSpPr>
        <p:spPr>
          <a:xfrm>
            <a:off x="324001" y="1150938"/>
            <a:ext cx="4644724"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p:txBody>
      </p:sp>
    </p:spTree>
    <p:extLst>
      <p:ext uri="{BB962C8B-B14F-4D97-AF65-F5344CB8AC3E}">
        <p14:creationId xmlns:p14="http://schemas.microsoft.com/office/powerpoint/2010/main" val="3692701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1 column, 1 column half side gradient">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D416913-53A8-4554-9E84-F88C14A369BC}"/>
              </a:ext>
            </a:extLst>
          </p:cNvPr>
          <p:cNvSpPr>
            <a:spLocks noGrp="1"/>
          </p:cNvSpPr>
          <p:nvPr>
            <p:ph type="body" sz="quarter" idx="15" hasCustomPrompt="1"/>
          </p:nvPr>
        </p:nvSpPr>
        <p:spPr>
          <a:xfrm>
            <a:off x="5292726" y="0"/>
            <a:ext cx="3851274" cy="5143500"/>
          </a:xfrm>
          <a:prstGeom prst="rect">
            <a:avLst/>
          </a:prstGeom>
          <a:gradFill>
            <a:gsLst>
              <a:gs pos="30000">
                <a:schemeClr val="accent3"/>
              </a:gs>
              <a:gs pos="79000">
                <a:srgbClr val="FFDE59"/>
              </a:gs>
              <a:gs pos="100000">
                <a:srgbClr val="FFF0B2"/>
              </a:gs>
            </a:gsLst>
            <a:lin ang="16200000" scaled="1"/>
          </a:gradFill>
        </p:spPr>
        <p:txBody>
          <a:bodyPr lIns="324000" tIns="1152000" rIns="324000" bIns="432000" anchor="t" anchorCtr="0"/>
          <a:lstStyle>
            <a:lvl1pPr>
              <a:defRPr/>
            </a:lvl1pPr>
            <a:lvl4pPr>
              <a:defRPr/>
            </a:lvl4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a:p>
            <a:pPr lvl="4"/>
            <a:endParaRPr lang="en-US" dirty="0"/>
          </a:p>
        </p:txBody>
      </p:sp>
      <p:graphicFrame>
        <p:nvGraphicFramePr>
          <p:cNvPr id="7" name="Objekt 6" hidden="1">
            <a:extLst>
              <a:ext uri="{FF2B5EF4-FFF2-40B4-BE49-F238E27FC236}">
                <a16:creationId xmlns:a16="http://schemas.microsoft.com/office/drawing/2014/main" id="{B0B4FDD3-3FA4-45F2-86F1-10A9DA1AAD3E}"/>
              </a:ext>
            </a:extLst>
          </p:cNvPr>
          <p:cNvGraphicFramePr>
            <a:graphicFrameLocks noChangeAspect="1"/>
          </p:cNvGraphicFramePr>
          <p:nvPr>
            <p:custDataLst>
              <p:tags r:id="rId1"/>
            </p:custDataLst>
            <p:extLst>
              <p:ext uri="{D42A27DB-BD31-4B8C-83A1-F6EECF244321}">
                <p14:modId xmlns:p14="http://schemas.microsoft.com/office/powerpoint/2010/main" val="2311553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7" name="Objekt 6" hidden="1">
                        <a:extLst>
                          <a:ext uri="{FF2B5EF4-FFF2-40B4-BE49-F238E27FC236}">
                            <a16:creationId xmlns:a16="http://schemas.microsoft.com/office/drawing/2014/main" id="{B0B4FDD3-3FA4-45F2-86F1-10A9DA1AAD3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6E863B02-413C-4D73-A746-5B2F80C99C06}"/>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l"/>
            <a:endParaRPr lang="en-US" sz="1800" b="1" i="0" baseline="0" dirty="0">
              <a:latin typeface="Delivery" panose="020F0503020204020204" pitchFamily="34" charset="0"/>
              <a:ea typeface="+mj-ea"/>
              <a:cs typeface="+mj-cs"/>
              <a:sym typeface="Delivery" panose="020F0503020204020204" pitchFamily="34" charset="0"/>
            </a:endParaRPr>
          </a:p>
        </p:txBody>
      </p:sp>
      <p:sp>
        <p:nvSpPr>
          <p:cNvPr id="2" name="Title 1">
            <a:extLst>
              <a:ext uri="{FF2B5EF4-FFF2-40B4-BE49-F238E27FC236}">
                <a16:creationId xmlns:a16="http://schemas.microsoft.com/office/drawing/2014/main" id="{6A499984-62A4-47EC-9933-2FCC1131CB9B}"/>
              </a:ext>
            </a:extLst>
          </p:cNvPr>
          <p:cNvSpPr>
            <a:spLocks noGrp="1"/>
          </p:cNvSpPr>
          <p:nvPr>
            <p:ph type="title" hasCustomPrompt="1"/>
          </p:nvPr>
        </p:nvSpPr>
        <p:spPr>
          <a:xfrm>
            <a:off x="324000" y="385200"/>
            <a:ext cx="4644725" cy="493200"/>
          </a:xfrm>
        </p:spPr>
        <p:txBody>
          <a:bodyPr/>
          <a:lstStyle>
            <a:lvl1pPr>
              <a:defRPr/>
            </a:lvl1pPr>
          </a:lstStyle>
          <a:p>
            <a:r>
              <a:rPr lang="en-US" dirty="0"/>
              <a:t>Double headline with one or two lines, Delivery Bold, 18 </a:t>
            </a:r>
            <a:r>
              <a:rPr lang="en-US" dirty="0" err="1"/>
              <a:t>pt</a:t>
            </a:r>
            <a:endParaRPr lang="en-US" dirty="0"/>
          </a:p>
        </p:txBody>
      </p:sp>
      <p:sp>
        <p:nvSpPr>
          <p:cNvPr id="3" name="Footer Placeholder 2">
            <a:extLst>
              <a:ext uri="{FF2B5EF4-FFF2-40B4-BE49-F238E27FC236}">
                <a16:creationId xmlns:a16="http://schemas.microsoft.com/office/drawing/2014/main" id="{0ADC25DC-2D9E-4ABF-8944-4D2479BF7286}"/>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AA728FFF-C4F8-4DDC-9D47-88E9283C619C}"/>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5" name="Content Placeholder 5">
            <a:extLst>
              <a:ext uri="{FF2B5EF4-FFF2-40B4-BE49-F238E27FC236}">
                <a16:creationId xmlns:a16="http://schemas.microsoft.com/office/drawing/2014/main" id="{219A887B-6080-4228-99B7-DF904417247B}"/>
              </a:ext>
            </a:extLst>
          </p:cNvPr>
          <p:cNvSpPr>
            <a:spLocks noGrp="1"/>
          </p:cNvSpPr>
          <p:nvPr>
            <p:ph sz="quarter" idx="12" hasCustomPrompt="1"/>
          </p:nvPr>
        </p:nvSpPr>
        <p:spPr>
          <a:xfrm>
            <a:off x="324001" y="1150938"/>
            <a:ext cx="4644724" cy="35306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p:txBody>
      </p:sp>
    </p:spTree>
    <p:extLst>
      <p:ext uri="{BB962C8B-B14F-4D97-AF65-F5344CB8AC3E}">
        <p14:creationId xmlns:p14="http://schemas.microsoft.com/office/powerpoint/2010/main" val="4264543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empty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6D0AD-4E79-4BFF-B8B5-BB937AA1CC23}"/>
              </a:ext>
            </a:extLst>
          </p:cNvPr>
          <p:cNvSpPr>
            <a:spLocks noGrp="1"/>
          </p:cNvSpPr>
          <p:nvPr>
            <p:ph type="title" hasCustomPrompt="1"/>
          </p:nvPr>
        </p:nvSpPr>
        <p:spPr/>
        <p:txBody>
          <a:bodyPr/>
          <a:lstStyle>
            <a:lvl1pPr>
              <a:defRPr/>
            </a:lvl1pPr>
          </a:lstStyle>
          <a:p>
            <a:r>
              <a:rPr lang="en-US" dirty="0"/>
              <a:t>Double headline with one or two lines, Delivery Bold, 18 </a:t>
            </a:r>
            <a:r>
              <a:rPr lang="en-US" dirty="0" err="1"/>
              <a:t>pt</a:t>
            </a:r>
            <a:endParaRPr lang="en-US" dirty="0"/>
          </a:p>
        </p:txBody>
      </p:sp>
      <p:sp>
        <p:nvSpPr>
          <p:cNvPr id="3" name="Footer Placeholder 2">
            <a:extLst>
              <a:ext uri="{FF2B5EF4-FFF2-40B4-BE49-F238E27FC236}">
                <a16:creationId xmlns:a16="http://schemas.microsoft.com/office/drawing/2014/main" id="{14B27B9E-C404-4AF3-A250-0969317557F4}"/>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B1688F39-AB4C-43BD-98F0-FD644C1453DD}"/>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6" name="Picture Placeholder 5">
            <a:extLst>
              <a:ext uri="{FF2B5EF4-FFF2-40B4-BE49-F238E27FC236}">
                <a16:creationId xmlns:a16="http://schemas.microsoft.com/office/drawing/2014/main" id="{590685DA-4536-4D1F-9676-24537EC64881}"/>
              </a:ext>
            </a:extLst>
          </p:cNvPr>
          <p:cNvSpPr>
            <a:spLocks noGrp="1"/>
          </p:cNvSpPr>
          <p:nvPr>
            <p:ph type="pic" sz="quarter" idx="12" hasCustomPrompt="1"/>
          </p:nvPr>
        </p:nvSpPr>
        <p:spPr>
          <a:xfrm>
            <a:off x="324001" y="1150938"/>
            <a:ext cx="4165450" cy="3530600"/>
          </a:xfrm>
          <a:prstGeom prst="rect">
            <a:avLst/>
          </a:prstGeom>
          <a:solidFill>
            <a:srgbClr val="CCCCCC"/>
          </a:solidFill>
        </p:spPr>
        <p:txBody>
          <a:bodyPr lIns="72000" tIns="72000" rIns="72000" bIns="72000"/>
          <a:lstStyle>
            <a:lvl1pPr>
              <a:defRPr/>
            </a:lvl1pPr>
          </a:lstStyle>
          <a:p>
            <a:r>
              <a:rPr lang="en-US" dirty="0"/>
              <a:t>Please click the icon to insert an image</a:t>
            </a:r>
          </a:p>
        </p:txBody>
      </p:sp>
      <p:sp>
        <p:nvSpPr>
          <p:cNvPr id="7" name="Picture Placeholder 5">
            <a:extLst>
              <a:ext uri="{FF2B5EF4-FFF2-40B4-BE49-F238E27FC236}">
                <a16:creationId xmlns:a16="http://schemas.microsoft.com/office/drawing/2014/main" id="{11D8F016-E9C1-4ED6-8F46-E30AD613382F}"/>
              </a:ext>
            </a:extLst>
          </p:cNvPr>
          <p:cNvSpPr>
            <a:spLocks noGrp="1"/>
          </p:cNvSpPr>
          <p:nvPr>
            <p:ph type="pic" sz="quarter" idx="13" hasCustomPrompt="1"/>
          </p:nvPr>
        </p:nvSpPr>
        <p:spPr>
          <a:xfrm>
            <a:off x="4654548" y="1150938"/>
            <a:ext cx="4165450" cy="3530600"/>
          </a:xfrm>
          <a:prstGeom prst="rect">
            <a:avLst/>
          </a:prstGeom>
          <a:solidFill>
            <a:srgbClr val="CCCCCC"/>
          </a:solidFill>
        </p:spPr>
        <p:txBody>
          <a:bodyPr lIns="72000" tIns="72000" rIns="72000" bIns="72000"/>
          <a:lstStyle>
            <a:lvl1pPr>
              <a:defRPr/>
            </a:lvl1pPr>
          </a:lstStyle>
          <a:p>
            <a:r>
              <a:rPr lang="en-US" dirty="0"/>
              <a:t>Please click the icon to insert an image</a:t>
            </a:r>
          </a:p>
        </p:txBody>
      </p:sp>
    </p:spTree>
    <p:extLst>
      <p:ext uri="{BB962C8B-B14F-4D97-AF65-F5344CB8AC3E}">
        <p14:creationId xmlns:p14="http://schemas.microsoft.com/office/powerpoint/2010/main" val="870435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light image full scree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A35D9B1-6310-46E2-8EA7-BFC29B52C65E}"/>
              </a:ext>
            </a:extLst>
          </p:cNvPr>
          <p:cNvSpPr>
            <a:spLocks noGrp="1"/>
          </p:cNvSpPr>
          <p:nvPr>
            <p:ph type="pic" sz="quarter" idx="12" hasCustomPrompt="1"/>
          </p:nvPr>
        </p:nvSpPr>
        <p:spPr>
          <a:xfrm>
            <a:off x="0" y="0"/>
            <a:ext cx="9144000" cy="5143500"/>
          </a:xfrm>
          <a:prstGeom prst="rect">
            <a:avLst/>
          </a:prstGeom>
          <a:solidFill>
            <a:srgbClr val="CCCCCC"/>
          </a:solidFill>
        </p:spPr>
        <p:txBody>
          <a:bodyPr lIns="72000" tIns="72000" rIns="72000" bIns="72000"/>
          <a:lstStyle>
            <a:lvl1pPr algn="r">
              <a:defRPr/>
            </a:lvl1pPr>
          </a:lstStyle>
          <a:p>
            <a:r>
              <a:rPr lang="en-US" dirty="0"/>
              <a:t>Please click the icon to insert an image</a:t>
            </a:r>
          </a:p>
        </p:txBody>
      </p:sp>
      <p:sp>
        <p:nvSpPr>
          <p:cNvPr id="8" name="Content Placeholder 7">
            <a:extLst>
              <a:ext uri="{FF2B5EF4-FFF2-40B4-BE49-F238E27FC236}">
                <a16:creationId xmlns:a16="http://schemas.microsoft.com/office/drawing/2014/main" id="{E5907E47-AED8-4AB8-AA7A-2736D73CFC5E}"/>
              </a:ext>
            </a:extLst>
          </p:cNvPr>
          <p:cNvSpPr>
            <a:spLocks noGrp="1"/>
          </p:cNvSpPr>
          <p:nvPr>
            <p:ph sz="quarter" idx="13" hasCustomPrompt="1"/>
          </p:nvPr>
        </p:nvSpPr>
        <p:spPr>
          <a:xfrm>
            <a:off x="324000" y="1150938"/>
            <a:ext cx="8495999" cy="3528000"/>
          </a:xfrm>
          <a:prstGeom prst="rect">
            <a:avLst/>
          </a:prstGeom>
        </p:spPr>
        <p:txBody>
          <a:bodyPr/>
          <a:lstStyle>
            <a:lvl1pPr>
              <a:defRPr/>
            </a:lvl1pPr>
            <a:lvl2pPr>
              <a:defRPr/>
            </a:lvl2pPr>
            <a:lvl3pPr>
              <a:defRPr/>
            </a:lvl3pPr>
            <a:lvl4pPr>
              <a:defRPr/>
            </a:lvl4pPr>
            <a:lvl5pPr>
              <a:defRPr/>
            </a:lvl5pPr>
            <a:lvl6pPr>
              <a:defRPr sz="1200"/>
            </a:lvl6pPr>
            <a:lvl7pPr>
              <a:defRPr sz="1200"/>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p:txBody>
      </p:sp>
      <p:sp>
        <p:nvSpPr>
          <p:cNvPr id="2" name="Title 1">
            <a:extLst>
              <a:ext uri="{FF2B5EF4-FFF2-40B4-BE49-F238E27FC236}">
                <a16:creationId xmlns:a16="http://schemas.microsoft.com/office/drawing/2014/main" id="{4ABCAE12-7456-4DFA-8832-22E05FDDD175}"/>
              </a:ext>
            </a:extLst>
          </p:cNvPr>
          <p:cNvSpPr>
            <a:spLocks noGrp="1"/>
          </p:cNvSpPr>
          <p:nvPr>
            <p:ph type="title" hasCustomPrompt="1"/>
          </p:nvPr>
        </p:nvSpPr>
        <p:spPr/>
        <p:txBody>
          <a:bodyPr/>
          <a:lstStyle>
            <a:lvl1pPr>
              <a:defRPr/>
            </a:lvl1pPr>
          </a:lstStyle>
          <a:p>
            <a:r>
              <a:rPr lang="en-US" dirty="0"/>
              <a:t>Double headline with one or two lines, Delivery Bold, 18 </a:t>
            </a:r>
            <a:r>
              <a:rPr lang="en-US" dirty="0" err="1"/>
              <a:t>pt</a:t>
            </a:r>
            <a:endParaRPr lang="en-US" dirty="0"/>
          </a:p>
        </p:txBody>
      </p:sp>
      <p:sp>
        <p:nvSpPr>
          <p:cNvPr id="3" name="Footer Placeholder 2">
            <a:extLst>
              <a:ext uri="{FF2B5EF4-FFF2-40B4-BE49-F238E27FC236}">
                <a16:creationId xmlns:a16="http://schemas.microsoft.com/office/drawing/2014/main" id="{E51FF1B3-6C52-429B-B6E4-B7B0F4F27A4B}"/>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CE348D45-3AD0-4D87-AB1B-0B3F1D9CDBB5}"/>
              </a:ext>
            </a:extLst>
          </p:cNvPr>
          <p:cNvSpPr>
            <a:spLocks noGrp="1"/>
          </p:cNvSpPr>
          <p:nvPr>
            <p:ph type="sldNum" sz="quarter" idx="11"/>
          </p:nvPr>
        </p:nvSpPr>
        <p:spPr/>
        <p:txBody>
          <a:bodyPr/>
          <a:lstStyle/>
          <a:p>
            <a:fld id="{C2245BC1-4D7B-4ED3-8F01-840FA35126C6}" type="slidenum">
              <a:rPr lang="en-US" smtClean="0"/>
              <a:pPr/>
              <a:t>‹#›</a:t>
            </a:fld>
            <a:endParaRPr lang="en-US" dirty="0"/>
          </a:p>
        </p:txBody>
      </p:sp>
    </p:spTree>
    <p:extLst>
      <p:ext uri="{BB962C8B-B14F-4D97-AF65-F5344CB8AC3E}">
        <p14:creationId xmlns:p14="http://schemas.microsoft.com/office/powerpoint/2010/main" val="26311333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dark image full screen">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C82AB236-DAFD-49F7-BBC2-7E52C86EE7CF}"/>
              </a:ext>
            </a:extLst>
          </p:cNvPr>
          <p:cNvSpPr>
            <a:spLocks noGrp="1"/>
          </p:cNvSpPr>
          <p:nvPr>
            <p:ph type="pic" sz="quarter" idx="12" hasCustomPrompt="1"/>
          </p:nvPr>
        </p:nvSpPr>
        <p:spPr>
          <a:xfrm>
            <a:off x="0" y="0"/>
            <a:ext cx="9144000" cy="5143500"/>
          </a:xfrm>
          <a:prstGeom prst="rect">
            <a:avLst/>
          </a:prstGeom>
          <a:solidFill>
            <a:srgbClr val="333333"/>
          </a:solidFill>
        </p:spPr>
        <p:txBody>
          <a:bodyPr lIns="72000" tIns="72000" rIns="72000" bIns="72000"/>
          <a:lstStyle>
            <a:lvl1pPr marL="0" marR="0" indent="0" algn="r" defTabSz="685800" rtl="0" eaLnBrk="1" fontAlgn="auto" latinLnBrk="0" hangingPunct="1">
              <a:lnSpc>
                <a:spcPct val="110000"/>
              </a:lnSpc>
              <a:spcBef>
                <a:spcPts val="0"/>
              </a:spcBef>
              <a:spcAft>
                <a:spcPts val="500"/>
              </a:spcAft>
              <a:buClrTx/>
              <a:buSzTx/>
              <a:buFont typeface="Arial" panose="020B0604020202020204" pitchFamily="34" charset="0"/>
              <a:buNone/>
              <a:tabLst/>
              <a:defRPr>
                <a:solidFill>
                  <a:schemeClr val="bg1"/>
                </a:solidFill>
              </a:defRPr>
            </a:lvl1pPr>
          </a:lstStyle>
          <a:p>
            <a:r>
              <a:rPr lang="en-US" dirty="0"/>
              <a:t>Please click the icon to insert an image</a:t>
            </a:r>
          </a:p>
        </p:txBody>
      </p:sp>
      <p:sp>
        <p:nvSpPr>
          <p:cNvPr id="2" name="Title 1">
            <a:extLst>
              <a:ext uri="{FF2B5EF4-FFF2-40B4-BE49-F238E27FC236}">
                <a16:creationId xmlns:a16="http://schemas.microsoft.com/office/drawing/2014/main" id="{FAAF2E6C-875C-432B-B47A-A9E589B7C45F}"/>
              </a:ext>
            </a:extLst>
          </p:cNvPr>
          <p:cNvSpPr>
            <a:spLocks noGrp="1"/>
          </p:cNvSpPr>
          <p:nvPr>
            <p:ph type="title" hasCustomPrompt="1"/>
          </p:nvPr>
        </p:nvSpPr>
        <p:spPr/>
        <p:txBody>
          <a:bodyPr/>
          <a:lstStyle>
            <a:lvl1pPr>
              <a:defRPr>
                <a:solidFill>
                  <a:schemeClr val="bg1"/>
                </a:solidFill>
              </a:defRPr>
            </a:lvl1pPr>
          </a:lstStyle>
          <a:p>
            <a:r>
              <a:rPr lang="en-US" dirty="0"/>
              <a:t>Double headline with one or two lines, Delivery Bold, 18 </a:t>
            </a:r>
            <a:r>
              <a:rPr lang="en-US" dirty="0" err="1"/>
              <a:t>pt</a:t>
            </a:r>
            <a:endParaRPr lang="en-US" dirty="0"/>
          </a:p>
        </p:txBody>
      </p:sp>
      <p:sp>
        <p:nvSpPr>
          <p:cNvPr id="3" name="Footer Placeholder 2">
            <a:extLst>
              <a:ext uri="{FF2B5EF4-FFF2-40B4-BE49-F238E27FC236}">
                <a16:creationId xmlns:a16="http://schemas.microsoft.com/office/drawing/2014/main" id="{16CD9EC0-783C-4E03-8B54-EB815AE37DC1}"/>
              </a:ext>
            </a:extLst>
          </p:cNvPr>
          <p:cNvSpPr>
            <a:spLocks noGrp="1"/>
          </p:cNvSpPr>
          <p:nvPr>
            <p:ph type="ftr" sz="quarter" idx="10"/>
          </p:nvPr>
        </p:nvSpPr>
        <p:spPr/>
        <p:txBody>
          <a:bodyPr/>
          <a:lstStyle>
            <a:lvl1pPr>
              <a:defRPr>
                <a:solidFill>
                  <a:schemeClr val="bg1"/>
                </a:solidFill>
              </a:defRPr>
            </a:lvl1p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C1164768-AEA5-4631-BC4A-8DB3B9447D68}"/>
              </a:ext>
            </a:extLst>
          </p:cNvPr>
          <p:cNvSpPr>
            <a:spLocks noGrp="1"/>
          </p:cNvSpPr>
          <p:nvPr>
            <p:ph type="sldNum" sz="quarter" idx="11"/>
          </p:nvPr>
        </p:nvSpPr>
        <p:spPr/>
        <p:txBody>
          <a:bodyPr/>
          <a:lstStyle>
            <a:lvl1pPr>
              <a:defRPr>
                <a:solidFill>
                  <a:schemeClr val="bg1"/>
                </a:solidFill>
              </a:defRPr>
            </a:lvl1pPr>
          </a:lstStyle>
          <a:p>
            <a:fld id="{C2245BC1-4D7B-4ED3-8F01-840FA35126C6}" type="slidenum">
              <a:rPr lang="en-US" smtClean="0"/>
              <a:pPr/>
              <a:t>‹#›</a:t>
            </a:fld>
            <a:endParaRPr lang="en-US" dirty="0"/>
          </a:p>
        </p:txBody>
      </p:sp>
      <p:sp>
        <p:nvSpPr>
          <p:cNvPr id="6" name="Content Placeholder 7">
            <a:extLst>
              <a:ext uri="{FF2B5EF4-FFF2-40B4-BE49-F238E27FC236}">
                <a16:creationId xmlns:a16="http://schemas.microsoft.com/office/drawing/2014/main" id="{66D239E5-258B-41CA-ABAF-4A71EA5D0B1F}"/>
              </a:ext>
            </a:extLst>
          </p:cNvPr>
          <p:cNvSpPr>
            <a:spLocks noGrp="1"/>
          </p:cNvSpPr>
          <p:nvPr>
            <p:ph sz="quarter" idx="13" hasCustomPrompt="1"/>
          </p:nvPr>
        </p:nvSpPr>
        <p:spPr>
          <a:xfrm>
            <a:off x="324000" y="1150938"/>
            <a:ext cx="8495999" cy="3528000"/>
          </a:xfrm>
          <a:prstGeom prst="rect">
            <a:avLst/>
          </a:prstGeo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vl6pPr marL="0" marR="0" indent="0" algn="l" defTabSz="685800" rtl="0" eaLnBrk="1" fontAlgn="auto" latinLnBrk="0" hangingPunct="1">
              <a:lnSpc>
                <a:spcPct val="110000"/>
              </a:lnSpc>
              <a:spcBef>
                <a:spcPts val="0"/>
              </a:spcBef>
              <a:spcAft>
                <a:spcPts val="500"/>
              </a:spcAft>
              <a:buClrTx/>
              <a:buSzTx/>
              <a:buFont typeface="Arial" panose="020B0604020202020204" pitchFamily="34" charset="0"/>
              <a:buNone/>
              <a:tabLst/>
              <a:defRPr sz="1200">
                <a:solidFill>
                  <a:schemeClr val="bg1"/>
                </a:solidFill>
              </a:defRPr>
            </a:lvl6pPr>
            <a:lvl7pPr>
              <a:buClr>
                <a:schemeClr val="bg1"/>
              </a:buClr>
              <a:defRPr sz="1200">
                <a:solidFill>
                  <a:schemeClr val="bg1"/>
                </a:solidFill>
              </a:defRPr>
            </a:lvl7pPr>
          </a:lstStyle>
          <a:p>
            <a:pPr lvl="0"/>
            <a:r>
              <a:rPr lang="en-US" dirty="0"/>
              <a:t>Body text in Delivery, 12 </a:t>
            </a:r>
            <a:r>
              <a:rPr lang="en-US" dirty="0" err="1"/>
              <a:t>pt</a:t>
            </a:r>
            <a:endParaRPr lang="en-US" dirty="0"/>
          </a:p>
          <a:p>
            <a:pPr lvl="1"/>
            <a:r>
              <a:rPr lang="en-US" dirty="0"/>
              <a:t>Bullet text, Delivery, 12 </a:t>
            </a:r>
            <a:r>
              <a:rPr lang="en-US" dirty="0" err="1"/>
              <a:t>pt</a:t>
            </a:r>
            <a:r>
              <a:rPr lang="en-US" dirty="0"/>
              <a:t> </a:t>
            </a:r>
          </a:p>
          <a:p>
            <a:pPr lvl="2"/>
            <a:r>
              <a:rPr lang="en-US" dirty="0"/>
              <a:t>Bullet text, Delivery, 12 </a:t>
            </a:r>
            <a:r>
              <a:rPr lang="en-US" dirty="0" err="1"/>
              <a:t>pt</a:t>
            </a:r>
            <a:endParaRPr lang="en-US" dirty="0"/>
          </a:p>
          <a:p>
            <a:pPr lvl="3"/>
            <a:r>
              <a:rPr lang="en-US" dirty="0"/>
              <a:t>Bullet text, Delivery, 12 </a:t>
            </a:r>
            <a:r>
              <a:rPr lang="en-US" dirty="0" err="1"/>
              <a:t>pt</a:t>
            </a:r>
            <a:r>
              <a:rPr lang="en-US" dirty="0"/>
              <a:t> </a:t>
            </a:r>
          </a:p>
          <a:p>
            <a:pPr lvl="4"/>
            <a:r>
              <a:rPr lang="en-US" dirty="0"/>
              <a:t>Action title, Delivery Regular, 15 </a:t>
            </a:r>
            <a:r>
              <a:rPr lang="en-US" dirty="0" err="1"/>
              <a:t>pt</a:t>
            </a:r>
            <a:endParaRPr lang="en-US" dirty="0"/>
          </a:p>
          <a:p>
            <a:pPr lvl="5"/>
            <a:r>
              <a:rPr lang="en-US" dirty="0"/>
              <a:t>Paragraph Headline, Delivery Bold, 12 </a:t>
            </a:r>
            <a:r>
              <a:rPr lang="en-US" dirty="0" err="1"/>
              <a:t>pt</a:t>
            </a:r>
            <a:endParaRPr lang="en-US" dirty="0"/>
          </a:p>
          <a:p>
            <a:pPr lvl="6"/>
            <a:r>
              <a:rPr lang="en-US" dirty="0"/>
              <a:t>Bullet number, Delivery, 12 </a:t>
            </a:r>
            <a:r>
              <a:rPr lang="en-US" dirty="0" err="1"/>
              <a:t>pt</a:t>
            </a:r>
            <a:r>
              <a:rPr lang="en-US" dirty="0"/>
              <a:t> </a:t>
            </a:r>
          </a:p>
        </p:txBody>
      </p:sp>
    </p:spTree>
    <p:extLst>
      <p:ext uri="{BB962C8B-B14F-4D97-AF65-F5344CB8AC3E}">
        <p14:creationId xmlns:p14="http://schemas.microsoft.com/office/powerpoint/2010/main" val="41201023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ent: full screen video with title">
    <p:bg>
      <p:bgPr>
        <a:solidFill>
          <a:schemeClr val="bg1"/>
        </a:solidFill>
        <a:effectLst/>
      </p:bgPr>
    </p:bg>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DB4843D2-D66C-4483-9BEF-0EA790E357B6}"/>
              </a:ext>
            </a:extLst>
          </p:cNvPr>
          <p:cNvSpPr>
            <a:spLocks noGrp="1"/>
          </p:cNvSpPr>
          <p:nvPr>
            <p:ph type="media" sz="quarter" idx="12" hasCustomPrompt="1"/>
          </p:nvPr>
        </p:nvSpPr>
        <p:spPr>
          <a:xfrm>
            <a:off x="0" y="0"/>
            <a:ext cx="9144000" cy="5143500"/>
          </a:xfrm>
          <a:prstGeom prst="rect">
            <a:avLst/>
          </a:prstGeom>
          <a:solidFill>
            <a:srgbClr val="CCCCCC"/>
          </a:solidFill>
        </p:spPr>
        <p:txBody>
          <a:bodyPr lIns="72000" tIns="72000" rIns="72000" bIns="72000"/>
          <a:lstStyle>
            <a:lvl1pPr algn="r">
              <a:defRPr/>
            </a:lvl1pPr>
          </a:lstStyle>
          <a:p>
            <a:r>
              <a:rPr lang="en-US" dirty="0"/>
              <a:t>Please click the icon to insert a video</a:t>
            </a:r>
          </a:p>
        </p:txBody>
      </p:sp>
      <p:sp>
        <p:nvSpPr>
          <p:cNvPr id="7" name="Title 6">
            <a:extLst>
              <a:ext uri="{FF2B5EF4-FFF2-40B4-BE49-F238E27FC236}">
                <a16:creationId xmlns:a16="http://schemas.microsoft.com/office/drawing/2014/main" id="{B0885550-4E65-4CBF-8046-671CF042C57C}"/>
              </a:ext>
            </a:extLst>
          </p:cNvPr>
          <p:cNvSpPr>
            <a:spLocks noGrp="1"/>
          </p:cNvSpPr>
          <p:nvPr>
            <p:ph type="title" hasCustomPrompt="1"/>
          </p:nvPr>
        </p:nvSpPr>
        <p:spPr/>
        <p:txBody>
          <a:bodyPr/>
          <a:lstStyle>
            <a:lvl1pPr>
              <a:defRPr/>
            </a:lvl1pPr>
          </a:lstStyle>
          <a:p>
            <a:r>
              <a:rPr lang="en-US" dirty="0"/>
              <a:t>Double headline with one or two lines, Delivery Bold, 18 </a:t>
            </a:r>
            <a:r>
              <a:rPr lang="en-US" dirty="0" err="1"/>
              <a:t>pt</a:t>
            </a:r>
            <a:endParaRPr lang="en-GB" dirty="0"/>
          </a:p>
        </p:txBody>
      </p:sp>
    </p:spTree>
    <p:extLst>
      <p:ext uri="{BB962C8B-B14F-4D97-AF65-F5344CB8AC3E}">
        <p14:creationId xmlns:p14="http://schemas.microsoft.com/office/powerpoint/2010/main" val="638674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full page gradient">
    <p:bg>
      <p:bgPr>
        <a:gradFill>
          <a:gsLst>
            <a:gs pos="30000">
              <a:schemeClr val="accent3"/>
            </a:gs>
            <a:gs pos="79000">
              <a:srgbClr val="FFDE59"/>
            </a:gs>
            <a:gs pos="100000">
              <a:srgbClr val="FFF0B2"/>
            </a:gs>
          </a:gsLst>
          <a:lin ang="16200000" scaled="0"/>
        </a:gra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79381F4-F305-4DA8-90F9-2961F8C24558}"/>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CCA6B0F1-5579-4CB2-B05C-7E560EFBC169}"/>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7" name="Text Placeholder 6">
            <a:extLst>
              <a:ext uri="{FF2B5EF4-FFF2-40B4-BE49-F238E27FC236}">
                <a16:creationId xmlns:a16="http://schemas.microsoft.com/office/drawing/2014/main" id="{D5ABAA4C-A627-4F72-ADBD-217F33287BFC}"/>
              </a:ext>
            </a:extLst>
          </p:cNvPr>
          <p:cNvSpPr>
            <a:spLocks noGrp="1"/>
          </p:cNvSpPr>
          <p:nvPr>
            <p:ph type="body" sz="quarter" idx="12" hasCustomPrompt="1"/>
          </p:nvPr>
        </p:nvSpPr>
        <p:spPr>
          <a:xfrm>
            <a:off x="1774117" y="1963196"/>
            <a:ext cx="5233987" cy="897618"/>
          </a:xfrm>
          <a:prstGeom prst="rect">
            <a:avLst/>
          </a:prstGeom>
        </p:spPr>
        <p:txBody>
          <a:bodyPr>
            <a:noAutofit/>
          </a:bodyPr>
          <a:lstStyle>
            <a:lvl1pPr>
              <a:lnSpc>
                <a:spcPts val="3000"/>
              </a:lnSpc>
              <a:spcAft>
                <a:spcPts val="0"/>
              </a:spcAft>
              <a:defRPr sz="2500" i="1">
                <a:solidFill>
                  <a:schemeClr val="accent4"/>
                </a:solidFill>
                <a:latin typeface="+mn-lt"/>
              </a:defRPr>
            </a:lvl1pPr>
          </a:lstStyle>
          <a:p>
            <a:pPr lvl="0"/>
            <a:r>
              <a:rPr lang="en-US" dirty="0"/>
              <a:t>“This space is reserved for quotes.</a:t>
            </a:r>
            <a:br>
              <a:rPr lang="en-US" dirty="0"/>
            </a:br>
            <a:r>
              <a:rPr lang="en-US" dirty="0"/>
              <a:t>Delivery Italic, 25 pt.”</a:t>
            </a:r>
          </a:p>
        </p:txBody>
      </p:sp>
    </p:spTree>
    <p:extLst>
      <p:ext uri="{BB962C8B-B14F-4D97-AF65-F5344CB8AC3E}">
        <p14:creationId xmlns:p14="http://schemas.microsoft.com/office/powerpoint/2010/main" val="21059331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inal: full page gradient">
    <p:bg>
      <p:bgPr>
        <a:gradFill>
          <a:gsLst>
            <a:gs pos="30000">
              <a:schemeClr val="accent3"/>
            </a:gs>
            <a:gs pos="79000">
              <a:srgbClr val="FFDE59"/>
            </a:gs>
            <a:gs pos="100000">
              <a:srgbClr val="FFF0B2"/>
            </a:gs>
          </a:gsLst>
          <a:lin ang="16200000" scaled="0"/>
        </a:gra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79381F4-F305-4DA8-90F9-2961F8C24558}"/>
              </a:ext>
            </a:extLst>
          </p:cNvPr>
          <p:cNvSpPr>
            <a:spLocks noGrp="1"/>
          </p:cNvSpPr>
          <p:nvPr>
            <p:ph type="ftr" sz="quarter" idx="10"/>
          </p:nvPr>
        </p:nvSpPr>
        <p:spPr/>
        <p:txBody>
          <a:bodyPr/>
          <a:lstStyle/>
          <a:p>
            <a:r>
              <a:rPr lang="en-US"/>
              <a:t>DHL | Presentation title | Location | xx Month 20xx</a:t>
            </a:r>
            <a:endParaRPr lang="en-US" dirty="0"/>
          </a:p>
        </p:txBody>
      </p:sp>
      <p:sp>
        <p:nvSpPr>
          <p:cNvPr id="4" name="Slide Number Placeholder 3">
            <a:extLst>
              <a:ext uri="{FF2B5EF4-FFF2-40B4-BE49-F238E27FC236}">
                <a16:creationId xmlns:a16="http://schemas.microsoft.com/office/drawing/2014/main" id="{CCA6B0F1-5579-4CB2-B05C-7E560EFBC169}"/>
              </a:ext>
            </a:extLst>
          </p:cNvPr>
          <p:cNvSpPr>
            <a:spLocks noGrp="1"/>
          </p:cNvSpPr>
          <p:nvPr>
            <p:ph type="sldNum" sz="quarter" idx="11"/>
          </p:nvPr>
        </p:nvSpPr>
        <p:spPr/>
        <p:txBody>
          <a:bodyPr/>
          <a:lstStyle/>
          <a:p>
            <a:fld id="{C2245BC1-4D7B-4ED3-8F01-840FA35126C6}" type="slidenum">
              <a:rPr lang="en-US" smtClean="0"/>
              <a:pPr/>
              <a:t>‹#›</a:t>
            </a:fld>
            <a:endParaRPr lang="en-US" dirty="0"/>
          </a:p>
        </p:txBody>
      </p:sp>
      <p:sp>
        <p:nvSpPr>
          <p:cNvPr id="5" name="TextBox 4">
            <a:extLst>
              <a:ext uri="{FF2B5EF4-FFF2-40B4-BE49-F238E27FC236}">
                <a16:creationId xmlns:a16="http://schemas.microsoft.com/office/drawing/2014/main" id="{B30DCF4F-94A3-4ECD-931B-78A92C777558}"/>
              </a:ext>
            </a:extLst>
          </p:cNvPr>
          <p:cNvSpPr txBox="1"/>
          <p:nvPr/>
        </p:nvSpPr>
        <p:spPr>
          <a:xfrm>
            <a:off x="319293" y="1485178"/>
            <a:ext cx="3134163" cy="553998"/>
          </a:xfrm>
          <a:prstGeom prst="rect">
            <a:avLst/>
          </a:prstGeom>
          <a:noFill/>
        </p:spPr>
        <p:txBody>
          <a:bodyPr wrap="square" lIns="0" tIns="0" rIns="0" bIns="0" rtlCol="0">
            <a:spAutoFit/>
          </a:bodyPr>
          <a:lstStyle/>
          <a:p>
            <a:r>
              <a:rPr lang="en-US" sz="3600" b="0" cap="all" baseline="0" noProof="0" dirty="0">
                <a:solidFill>
                  <a:schemeClr val="accent4"/>
                </a:solidFill>
                <a:latin typeface="Delivery Cd Black" panose="020F0906020204020204" pitchFamily="34" charset="0"/>
              </a:rPr>
              <a:t>Thank you</a:t>
            </a:r>
          </a:p>
        </p:txBody>
      </p:sp>
    </p:spTree>
    <p:extLst>
      <p:ext uri="{BB962C8B-B14F-4D97-AF65-F5344CB8AC3E}">
        <p14:creationId xmlns:p14="http://schemas.microsoft.com/office/powerpoint/2010/main" val="24810315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KPI Operational Definition">
    <p:spTree>
      <p:nvGrpSpPr>
        <p:cNvPr id="1" name=""/>
        <p:cNvGrpSpPr/>
        <p:nvPr/>
      </p:nvGrpSpPr>
      <p:grpSpPr>
        <a:xfrm>
          <a:off x="0" y="0"/>
          <a:ext cx="0" cy="0"/>
          <a:chOff x="0" y="0"/>
          <a:chExt cx="0" cy="0"/>
        </a:xfrm>
      </p:grpSpPr>
      <p:graphicFrame>
        <p:nvGraphicFramePr>
          <p:cNvPr id="29" name="Object 28"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9" name="Object 28" hidden="1"/>
                      <p:cNvPicPr/>
                      <p:nvPr/>
                    </p:nvPicPr>
                    <p:blipFill>
                      <a:blip r:embed="rId4"/>
                      <a:stretch>
                        <a:fillRect/>
                      </a:stretch>
                    </p:blipFill>
                    <p:spPr>
                      <a:xfrm>
                        <a:off x="1589" y="1192"/>
                        <a:ext cx="1587" cy="1190"/>
                      </a:xfrm>
                      <a:prstGeom prst="rect">
                        <a:avLst/>
                      </a:prstGeom>
                    </p:spPr>
                  </p:pic>
                </p:oleObj>
              </mc:Fallback>
            </mc:AlternateContent>
          </a:graphicData>
        </a:graphic>
      </p:graphicFrame>
      <p:graphicFrame>
        <p:nvGraphicFramePr>
          <p:cNvPr id="4" name="Table 3"/>
          <p:cNvGraphicFramePr>
            <a:graphicFrameLocks noGrp="1" noChangeAspect="1"/>
          </p:cNvGraphicFramePr>
          <p:nvPr userDrawn="1">
            <p:extLst>
              <p:ext uri="{D42A27DB-BD31-4B8C-83A1-F6EECF244321}">
                <p14:modId xmlns:p14="http://schemas.microsoft.com/office/powerpoint/2010/main" val="2205432463"/>
              </p:ext>
            </p:extLst>
          </p:nvPr>
        </p:nvGraphicFramePr>
        <p:xfrm>
          <a:off x="414002" y="717247"/>
          <a:ext cx="8413951" cy="3834875"/>
        </p:xfrm>
        <a:graphic>
          <a:graphicData uri="http://schemas.openxmlformats.org/drawingml/2006/table">
            <a:tbl>
              <a:tblPr firstRow="1" bandRow="1">
                <a:tableStyleId>{2D5ABB26-0587-4C30-8999-92F81FD0307C}</a:tableStyleId>
              </a:tblPr>
              <a:tblGrid>
                <a:gridCol w="1581775">
                  <a:extLst>
                    <a:ext uri="{9D8B030D-6E8A-4147-A177-3AD203B41FA5}">
                      <a16:colId xmlns:a16="http://schemas.microsoft.com/office/drawing/2014/main" val="20000"/>
                    </a:ext>
                  </a:extLst>
                </a:gridCol>
                <a:gridCol w="3282981">
                  <a:extLst>
                    <a:ext uri="{9D8B030D-6E8A-4147-A177-3AD203B41FA5}">
                      <a16:colId xmlns:a16="http://schemas.microsoft.com/office/drawing/2014/main" val="20001"/>
                    </a:ext>
                  </a:extLst>
                </a:gridCol>
                <a:gridCol w="3549195">
                  <a:extLst>
                    <a:ext uri="{9D8B030D-6E8A-4147-A177-3AD203B41FA5}">
                      <a16:colId xmlns:a16="http://schemas.microsoft.com/office/drawing/2014/main" val="20002"/>
                    </a:ext>
                  </a:extLst>
                </a:gridCol>
              </a:tblGrid>
              <a:tr h="240876">
                <a:tc>
                  <a:txBody>
                    <a:bodyPr/>
                    <a:lstStyle/>
                    <a:p>
                      <a:pPr marL="0" marR="0" indent="0" algn="l" defTabSz="932962" rtl="0" eaLnBrk="1" fontAlgn="auto" latinLnBrk="0" hangingPunct="1">
                        <a:lnSpc>
                          <a:spcPct val="100000"/>
                        </a:lnSpc>
                        <a:spcBef>
                          <a:spcPts val="0"/>
                        </a:spcBef>
                        <a:spcAft>
                          <a:spcPts val="0"/>
                        </a:spcAft>
                        <a:buClrTx/>
                        <a:buSzTx/>
                        <a:buFontTx/>
                        <a:buNone/>
                        <a:tabLst/>
                        <a:defRPr/>
                      </a:pPr>
                      <a:endParaRPr lang="en-US" sz="900" b="1">
                        <a:solidFill>
                          <a:srgbClr val="00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gridSpan="2">
                  <a:txBody>
                    <a:bodyPr/>
                    <a:lstStyle/>
                    <a:p>
                      <a:endParaRPr lang="en-US" sz="900"/>
                    </a:p>
                  </a:txBody>
                  <a:tcPr marL="94024" marR="94024" marT="35259" marB="35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US"/>
                    </a:p>
                  </a:txBody>
                  <a:tcPr/>
                </a:tc>
                <a:extLst>
                  <a:ext uri="{0D108BD9-81ED-4DB2-BD59-A6C34878D82A}">
                    <a16:rowId xmlns:a16="http://schemas.microsoft.com/office/drawing/2014/main" val="10000"/>
                  </a:ext>
                </a:extLst>
              </a:tr>
              <a:tr h="552625">
                <a:tc>
                  <a:txBody>
                    <a:bodyPr/>
                    <a:lstStyle/>
                    <a:p>
                      <a:endParaRPr lang="en-US" sz="900"/>
                    </a:p>
                  </a:txBody>
                  <a:tcPr marL="94024" marR="94024" marT="35259" marB="35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1"/>
                  </a:ext>
                </a:extLst>
              </a:tr>
              <a:tr h="596022">
                <a:tc>
                  <a:txBody>
                    <a:bodyPr/>
                    <a:lstStyle/>
                    <a:p>
                      <a:endParaRPr lang="en-US" sz="900"/>
                    </a:p>
                  </a:txBody>
                  <a:tcPr marL="94024" marR="94024" marT="35259" marB="35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gridSpan="2">
                  <a:txBody>
                    <a:bodyPr/>
                    <a:lstStyle/>
                    <a:p>
                      <a:endParaRPr lang="en-US" sz="900"/>
                    </a:p>
                  </a:txBody>
                  <a:tcPr marL="94024" marR="94024" marT="35259" marB="35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988152">
                <a:tc>
                  <a:txBody>
                    <a:bodyPr/>
                    <a:lstStyle/>
                    <a:p>
                      <a:endParaRPr lang="en-US" sz="900"/>
                    </a:p>
                  </a:txBody>
                  <a:tcPr marL="94024" marR="94024" marT="35259" marB="35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5"/>
                  </a:ext>
                </a:extLst>
              </a:tr>
              <a:tr h="457200">
                <a:tc>
                  <a:txBody>
                    <a:bodyPr/>
                    <a:lstStyle/>
                    <a:p>
                      <a:endParaRPr lang="en-US" sz="900"/>
                    </a:p>
                  </a:txBody>
                  <a:tcPr marL="94024" marR="94024" marT="35259" marB="35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900"/>
                    </a:p>
                  </a:txBody>
                  <a:tcPr marL="94024" marR="94024" marT="35259" marB="35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900" i="1"/>
                    </a:p>
                  </a:txBody>
                  <a:tcPr marL="94024" marR="94024" marT="35259" marB="35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0" name="Rectangle 29"/>
          <p:cNvSpPr/>
          <p:nvPr userDrawn="1"/>
        </p:nvSpPr>
        <p:spPr>
          <a:xfrm>
            <a:off x="2019540" y="938715"/>
            <a:ext cx="6766560" cy="548640"/>
          </a:xfrm>
          <a:prstGeom prst="rect">
            <a:avLst/>
          </a:prstGeom>
          <a:solidFill>
            <a:schemeClr val="accent3">
              <a:lumMod val="40000"/>
              <a:lumOff val="6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endParaRPr lang="en-US" sz="900">
              <a:solidFill>
                <a:srgbClr val="000000"/>
              </a:solidFill>
            </a:endParaRPr>
          </a:p>
        </p:txBody>
      </p:sp>
      <p:sp>
        <p:nvSpPr>
          <p:cNvPr id="5" name="Rectangle 6"/>
          <p:cNvSpPr>
            <a:spLocks noChangeArrowheads="1"/>
          </p:cNvSpPr>
          <p:nvPr userDrawn="1"/>
        </p:nvSpPr>
        <p:spPr bwMode="gray">
          <a:xfrm>
            <a:off x="456703" y="732158"/>
            <a:ext cx="1463040" cy="152349"/>
          </a:xfrm>
          <a:prstGeom prst="rect">
            <a:avLst/>
          </a:prstGeom>
          <a:solidFill>
            <a:schemeClr val="accent3">
              <a:lumMod val="60000"/>
              <a:lumOff val="40000"/>
            </a:schemeClr>
          </a:solidFill>
          <a:ln w="9525">
            <a:noFill/>
            <a:miter lim="800000"/>
            <a:headEnd/>
            <a:tailEnd/>
          </a:ln>
        </p:spPr>
        <p:txBody>
          <a:bodyPr wrap="square" lIns="34290" tIns="6858" rIns="34290" bIns="6858" anchor="t" anchorCtr="0">
            <a:spAutoFit/>
          </a:bodyPr>
          <a:lstStyle/>
          <a:p>
            <a:pPr defTabSz="658416" eaLnBrk="0" hangingPunct="0"/>
            <a:r>
              <a:rPr lang="en-US" sz="900" b="1">
                <a:solidFill>
                  <a:srgbClr val="000000"/>
                </a:solidFill>
              </a:rPr>
              <a:t>KPI Name &amp; Acronym</a:t>
            </a:r>
          </a:p>
        </p:txBody>
      </p:sp>
      <p:sp>
        <p:nvSpPr>
          <p:cNvPr id="13" name="Text Placeholder 12"/>
          <p:cNvSpPr>
            <a:spLocks noGrp="1"/>
          </p:cNvSpPr>
          <p:nvPr>
            <p:ph type="body" sz="quarter" idx="10" hasCustomPrompt="1"/>
          </p:nvPr>
        </p:nvSpPr>
        <p:spPr>
          <a:xfrm>
            <a:off x="2054761" y="980902"/>
            <a:ext cx="6675120" cy="138500"/>
          </a:xfrm>
          <a:noFill/>
        </p:spPr>
        <p:txBody>
          <a:bodyPr anchor="t"/>
          <a:lstStyle>
            <a:lvl1pPr algn="l" defTabSz="658416">
              <a:buClr>
                <a:srgbClr val="FFCC00"/>
              </a:buClr>
              <a:buFont typeface="Wingdings" pitchFamily="2" charset="2"/>
              <a:buNone/>
              <a:defRPr sz="900"/>
            </a:lvl1pPr>
          </a:lstStyle>
          <a:p>
            <a:pPr defTabSz="877888">
              <a:buClr>
                <a:srgbClr val="FFCC00"/>
              </a:buClr>
              <a:buFont typeface="Wingdings" pitchFamily="2" charset="2"/>
              <a:buNone/>
            </a:pPr>
            <a:r>
              <a:rPr lang="en-US" sz="900">
                <a:solidFill>
                  <a:srgbClr val="000000"/>
                </a:solidFill>
              </a:rPr>
              <a:t>Short description of the measurement and its objectives</a:t>
            </a:r>
          </a:p>
        </p:txBody>
      </p:sp>
      <p:sp>
        <p:nvSpPr>
          <p:cNvPr id="15" name="Rectangle 6"/>
          <p:cNvSpPr>
            <a:spLocks noChangeArrowheads="1"/>
          </p:cNvSpPr>
          <p:nvPr userDrawn="1"/>
        </p:nvSpPr>
        <p:spPr bwMode="gray">
          <a:xfrm>
            <a:off x="2021160" y="750363"/>
            <a:ext cx="6766560" cy="152349"/>
          </a:xfrm>
          <a:prstGeom prst="rect">
            <a:avLst/>
          </a:prstGeom>
          <a:solidFill>
            <a:schemeClr val="accent3">
              <a:lumMod val="60000"/>
              <a:lumOff val="40000"/>
            </a:schemeClr>
          </a:solidFill>
          <a:ln w="9525">
            <a:noFill/>
            <a:miter lim="800000"/>
            <a:headEnd/>
            <a:tailEnd/>
          </a:ln>
        </p:spPr>
        <p:txBody>
          <a:bodyPr wrap="square" lIns="34290" tIns="6858" rIns="34290" bIns="6858" anchor="t" anchorCtr="0">
            <a:spAutoFit/>
          </a:bodyPr>
          <a:lstStyle/>
          <a:p>
            <a:pPr defTabSz="658416" eaLnBrk="0" hangingPunct="0"/>
            <a:r>
              <a:rPr lang="en-US" sz="900" b="1">
                <a:solidFill>
                  <a:srgbClr val="000000"/>
                </a:solidFill>
              </a:rPr>
              <a:t>Description</a:t>
            </a:r>
          </a:p>
        </p:txBody>
      </p:sp>
      <p:sp>
        <p:nvSpPr>
          <p:cNvPr id="16" name="Rectangle 6"/>
          <p:cNvSpPr>
            <a:spLocks noChangeArrowheads="1"/>
          </p:cNvSpPr>
          <p:nvPr userDrawn="1"/>
        </p:nvSpPr>
        <p:spPr bwMode="gray">
          <a:xfrm>
            <a:off x="2025923" y="1547253"/>
            <a:ext cx="6766560" cy="152349"/>
          </a:xfrm>
          <a:prstGeom prst="rect">
            <a:avLst/>
          </a:prstGeom>
          <a:solidFill>
            <a:schemeClr val="accent3">
              <a:lumMod val="60000"/>
              <a:lumOff val="40000"/>
            </a:schemeClr>
          </a:solidFill>
          <a:ln w="9525">
            <a:noFill/>
            <a:miter lim="800000"/>
            <a:headEnd/>
            <a:tailEnd/>
          </a:ln>
        </p:spPr>
        <p:txBody>
          <a:bodyPr wrap="square" lIns="34290" tIns="6858" rIns="34290" bIns="6858" anchor="t" anchorCtr="0">
            <a:spAutoFit/>
          </a:bodyPr>
          <a:lstStyle/>
          <a:p>
            <a:pPr defTabSz="658416" eaLnBrk="0" hangingPunct="0"/>
            <a:r>
              <a:rPr lang="en-US" sz="900" b="1">
                <a:solidFill>
                  <a:srgbClr val="000000"/>
                </a:solidFill>
              </a:rPr>
              <a:t>KPI Definition and</a:t>
            </a:r>
            <a:r>
              <a:rPr lang="en-US" sz="900" b="1" baseline="0">
                <a:solidFill>
                  <a:srgbClr val="000000"/>
                </a:solidFill>
              </a:rPr>
              <a:t> </a:t>
            </a:r>
            <a:r>
              <a:rPr lang="en-US" sz="900" b="1">
                <a:solidFill>
                  <a:srgbClr val="000000"/>
                </a:solidFill>
              </a:rPr>
              <a:t>Calculation Rules</a:t>
            </a:r>
          </a:p>
        </p:txBody>
      </p:sp>
      <p:sp>
        <p:nvSpPr>
          <p:cNvPr id="17" name="Rectangle 6"/>
          <p:cNvSpPr>
            <a:spLocks noChangeArrowheads="1"/>
          </p:cNvSpPr>
          <p:nvPr userDrawn="1"/>
        </p:nvSpPr>
        <p:spPr bwMode="gray">
          <a:xfrm>
            <a:off x="443061" y="1548115"/>
            <a:ext cx="1463040" cy="152349"/>
          </a:xfrm>
          <a:prstGeom prst="rect">
            <a:avLst/>
          </a:prstGeom>
          <a:solidFill>
            <a:schemeClr val="accent3">
              <a:lumMod val="60000"/>
              <a:lumOff val="40000"/>
            </a:schemeClr>
          </a:solidFill>
          <a:ln w="9525">
            <a:noFill/>
            <a:miter lim="800000"/>
            <a:headEnd/>
            <a:tailEnd/>
          </a:ln>
        </p:spPr>
        <p:txBody>
          <a:bodyPr wrap="square" lIns="34290" tIns="6858" rIns="34290" bIns="6858" anchor="t" anchorCtr="0">
            <a:spAutoFit/>
          </a:bodyPr>
          <a:lstStyle/>
          <a:p>
            <a:pPr defTabSz="658416" eaLnBrk="0" hangingPunct="0"/>
            <a:r>
              <a:rPr lang="en-US" sz="900" b="1">
                <a:solidFill>
                  <a:srgbClr val="000000"/>
                </a:solidFill>
              </a:rPr>
              <a:t>Version</a:t>
            </a:r>
          </a:p>
        </p:txBody>
      </p:sp>
      <p:sp>
        <p:nvSpPr>
          <p:cNvPr id="18" name="Rectangle 6"/>
          <p:cNvSpPr>
            <a:spLocks noChangeArrowheads="1"/>
          </p:cNvSpPr>
          <p:nvPr userDrawn="1"/>
        </p:nvSpPr>
        <p:spPr bwMode="gray">
          <a:xfrm>
            <a:off x="455783" y="2149147"/>
            <a:ext cx="1463040" cy="152349"/>
          </a:xfrm>
          <a:prstGeom prst="rect">
            <a:avLst/>
          </a:prstGeom>
          <a:solidFill>
            <a:schemeClr val="accent3">
              <a:lumMod val="60000"/>
              <a:lumOff val="40000"/>
            </a:schemeClr>
          </a:solidFill>
          <a:ln w="9525">
            <a:noFill/>
            <a:miter lim="800000"/>
            <a:headEnd/>
            <a:tailEnd/>
          </a:ln>
        </p:spPr>
        <p:txBody>
          <a:bodyPr wrap="square" lIns="34290" tIns="6858" rIns="34290" bIns="6858" anchor="t" anchorCtr="0">
            <a:spAutoFit/>
          </a:bodyPr>
          <a:lstStyle/>
          <a:p>
            <a:pPr defTabSz="658416" eaLnBrk="0" hangingPunct="0"/>
            <a:r>
              <a:rPr lang="en-US" sz="900" b="1">
                <a:solidFill>
                  <a:srgbClr val="000000"/>
                </a:solidFill>
              </a:rPr>
              <a:t>KPI Owner</a:t>
            </a:r>
          </a:p>
        </p:txBody>
      </p:sp>
      <p:sp>
        <p:nvSpPr>
          <p:cNvPr id="19" name="Rectangle 6"/>
          <p:cNvSpPr>
            <a:spLocks noChangeArrowheads="1"/>
          </p:cNvSpPr>
          <p:nvPr userDrawn="1"/>
        </p:nvSpPr>
        <p:spPr bwMode="gray">
          <a:xfrm>
            <a:off x="456705" y="4121565"/>
            <a:ext cx="1463040" cy="152349"/>
          </a:xfrm>
          <a:prstGeom prst="rect">
            <a:avLst/>
          </a:prstGeom>
          <a:solidFill>
            <a:schemeClr val="accent3">
              <a:lumMod val="60000"/>
              <a:lumOff val="40000"/>
            </a:schemeClr>
          </a:solidFill>
          <a:ln w="9525">
            <a:noFill/>
            <a:miter lim="800000"/>
            <a:headEnd/>
            <a:tailEnd/>
          </a:ln>
        </p:spPr>
        <p:txBody>
          <a:bodyPr wrap="square" lIns="34290" tIns="6858" rIns="34290" bIns="6858" anchor="t" anchorCtr="0">
            <a:spAutoFit/>
          </a:bodyPr>
          <a:lstStyle/>
          <a:p>
            <a:pPr defTabSz="658416" eaLnBrk="0" hangingPunct="0"/>
            <a:r>
              <a:rPr lang="en-US" sz="900" b="1">
                <a:solidFill>
                  <a:srgbClr val="000000"/>
                </a:solidFill>
              </a:rPr>
              <a:t>Approve by</a:t>
            </a:r>
          </a:p>
        </p:txBody>
      </p:sp>
      <p:sp>
        <p:nvSpPr>
          <p:cNvPr id="20" name="Rectangle 6"/>
          <p:cNvSpPr>
            <a:spLocks noChangeArrowheads="1"/>
          </p:cNvSpPr>
          <p:nvPr userDrawn="1"/>
        </p:nvSpPr>
        <p:spPr bwMode="gray">
          <a:xfrm>
            <a:off x="2021161" y="4129516"/>
            <a:ext cx="3200400" cy="152349"/>
          </a:xfrm>
          <a:prstGeom prst="rect">
            <a:avLst/>
          </a:prstGeom>
          <a:solidFill>
            <a:schemeClr val="accent3">
              <a:lumMod val="60000"/>
              <a:lumOff val="40000"/>
            </a:schemeClr>
          </a:solidFill>
          <a:ln w="9525">
            <a:noFill/>
            <a:miter lim="800000"/>
            <a:headEnd/>
            <a:tailEnd/>
          </a:ln>
        </p:spPr>
        <p:txBody>
          <a:bodyPr wrap="square" lIns="34290" tIns="6858" rIns="34290" bIns="6858" anchor="t" anchorCtr="0">
            <a:spAutoFit/>
          </a:bodyPr>
          <a:lstStyle/>
          <a:p>
            <a:pPr defTabSz="658416" eaLnBrk="0" hangingPunct="0"/>
            <a:r>
              <a:rPr lang="en-US" sz="900" b="1">
                <a:solidFill>
                  <a:srgbClr val="000000"/>
                </a:solidFill>
              </a:rPr>
              <a:t>Data Sources</a:t>
            </a:r>
          </a:p>
        </p:txBody>
      </p:sp>
      <p:sp>
        <p:nvSpPr>
          <p:cNvPr id="21" name="Rectangle 6"/>
          <p:cNvSpPr>
            <a:spLocks noChangeArrowheads="1"/>
          </p:cNvSpPr>
          <p:nvPr userDrawn="1"/>
        </p:nvSpPr>
        <p:spPr bwMode="gray">
          <a:xfrm>
            <a:off x="5313677" y="4127237"/>
            <a:ext cx="3468553" cy="152349"/>
          </a:xfrm>
          <a:prstGeom prst="rect">
            <a:avLst/>
          </a:prstGeom>
          <a:solidFill>
            <a:schemeClr val="accent3">
              <a:lumMod val="60000"/>
              <a:lumOff val="40000"/>
            </a:schemeClr>
          </a:solidFill>
          <a:ln w="9525">
            <a:noFill/>
            <a:miter lim="800000"/>
            <a:headEnd/>
            <a:tailEnd/>
          </a:ln>
        </p:spPr>
        <p:txBody>
          <a:bodyPr wrap="square" lIns="34290" tIns="6858" rIns="34290" bIns="6858" anchor="t" anchorCtr="0">
            <a:spAutoFit/>
          </a:bodyPr>
          <a:lstStyle/>
          <a:p>
            <a:pPr defTabSz="658416" eaLnBrk="0" hangingPunct="0"/>
            <a:r>
              <a:rPr lang="en-US" sz="900" b="1">
                <a:solidFill>
                  <a:srgbClr val="000000"/>
                </a:solidFill>
              </a:rPr>
              <a:t>Reporting Frequency</a:t>
            </a:r>
          </a:p>
        </p:txBody>
      </p:sp>
      <p:sp>
        <p:nvSpPr>
          <p:cNvPr id="23" name="Text Placeholder 22"/>
          <p:cNvSpPr>
            <a:spLocks noGrp="1"/>
          </p:cNvSpPr>
          <p:nvPr>
            <p:ph type="body" sz="quarter" idx="12" hasCustomPrompt="1"/>
          </p:nvPr>
        </p:nvSpPr>
        <p:spPr>
          <a:xfrm>
            <a:off x="2032975" y="4314016"/>
            <a:ext cx="3200400" cy="149994"/>
          </a:xfrm>
        </p:spPr>
        <p:txBody>
          <a:bodyPr anchor="t"/>
          <a:lstStyle>
            <a:lvl1pPr>
              <a:defRPr sz="900"/>
            </a:lvl1pPr>
            <a:lvl2pPr marL="0" indent="0">
              <a:buNone/>
              <a:defRPr sz="900"/>
            </a:lvl2pPr>
          </a:lstStyle>
          <a:p>
            <a:pPr marL="0" lvl="1" defTabSz="658416" eaLnBrk="0" hangingPunct="0">
              <a:buClr>
                <a:srgbClr val="FFCC00"/>
              </a:buClr>
            </a:pPr>
            <a:r>
              <a:rPr lang="en-US" sz="825">
                <a:solidFill>
                  <a:srgbClr val="000000"/>
                </a:solidFill>
              </a:rPr>
              <a:t>Data sources </a:t>
            </a:r>
          </a:p>
        </p:txBody>
      </p:sp>
      <p:sp>
        <p:nvSpPr>
          <p:cNvPr id="25" name="Text Placeholder 22"/>
          <p:cNvSpPr>
            <a:spLocks noGrp="1"/>
          </p:cNvSpPr>
          <p:nvPr>
            <p:ph type="body" sz="quarter" idx="14" hasCustomPrompt="1"/>
          </p:nvPr>
        </p:nvSpPr>
        <p:spPr>
          <a:xfrm>
            <a:off x="466231" y="4317560"/>
            <a:ext cx="1463040" cy="138500"/>
          </a:xfrm>
        </p:spPr>
        <p:txBody>
          <a:bodyPr anchor="t"/>
          <a:lstStyle>
            <a:lvl1pPr defTabSz="658416">
              <a:buClr>
                <a:srgbClr val="FFCC00"/>
              </a:buClr>
              <a:buFont typeface="Wingdings" pitchFamily="2" charset="2"/>
              <a:buNone/>
              <a:defRPr sz="900" b="0"/>
            </a:lvl1pPr>
          </a:lstStyle>
          <a:p>
            <a:pPr defTabSz="877888">
              <a:buClr>
                <a:srgbClr val="FFCC00"/>
              </a:buClr>
              <a:buFont typeface="Wingdings" pitchFamily="2" charset="2"/>
              <a:buNone/>
            </a:pPr>
            <a:r>
              <a:rPr lang="en-US" sz="900">
                <a:solidFill>
                  <a:srgbClr val="000000"/>
                </a:solidFill>
              </a:rPr>
              <a:t>Approver; DD/MM/YYYY</a:t>
            </a:r>
          </a:p>
        </p:txBody>
      </p:sp>
      <p:sp>
        <p:nvSpPr>
          <p:cNvPr id="27" name="Text Placeholder 22"/>
          <p:cNvSpPr>
            <a:spLocks noGrp="1"/>
          </p:cNvSpPr>
          <p:nvPr>
            <p:ph type="body" sz="quarter" idx="16" hasCustomPrompt="1"/>
          </p:nvPr>
        </p:nvSpPr>
        <p:spPr>
          <a:xfrm>
            <a:off x="460542" y="1725308"/>
            <a:ext cx="1463040" cy="163695"/>
          </a:xfrm>
        </p:spPr>
        <p:txBody>
          <a:bodyPr anchor="t"/>
          <a:lstStyle>
            <a:lvl1pPr>
              <a:defRPr sz="900"/>
            </a:lvl1pPr>
          </a:lstStyle>
          <a:p>
            <a:pPr lvl="0"/>
            <a:r>
              <a:rPr lang="en-US"/>
              <a:t>&lt;Version #&gt;</a:t>
            </a:r>
          </a:p>
        </p:txBody>
      </p:sp>
      <p:sp>
        <p:nvSpPr>
          <p:cNvPr id="28" name="Text Placeholder 22"/>
          <p:cNvSpPr>
            <a:spLocks noGrp="1"/>
          </p:cNvSpPr>
          <p:nvPr>
            <p:ph type="body" sz="quarter" idx="17" hasCustomPrompt="1"/>
          </p:nvPr>
        </p:nvSpPr>
        <p:spPr>
          <a:xfrm>
            <a:off x="472137" y="930337"/>
            <a:ext cx="1463040" cy="548640"/>
          </a:xfrm>
        </p:spPr>
        <p:txBody>
          <a:bodyPr anchor="t"/>
          <a:lstStyle>
            <a:lvl1pPr>
              <a:defRPr sz="900" b="1" baseline="0"/>
            </a:lvl1pPr>
          </a:lstStyle>
          <a:p>
            <a:pPr lvl="0"/>
            <a:r>
              <a:rPr lang="en-US"/>
              <a:t>&lt;KPI Name&gt;</a:t>
            </a:r>
          </a:p>
        </p:txBody>
      </p:sp>
      <p:sp>
        <p:nvSpPr>
          <p:cNvPr id="31" name="Title 30"/>
          <p:cNvSpPr>
            <a:spLocks noGrp="1"/>
          </p:cNvSpPr>
          <p:nvPr>
            <p:ph type="title" hasCustomPrompt="1"/>
          </p:nvPr>
        </p:nvSpPr>
        <p:spPr>
          <a:xfrm>
            <a:off x="414000" y="150679"/>
            <a:ext cx="5734064" cy="519219"/>
          </a:xfrm>
        </p:spPr>
        <p:txBody>
          <a:bodyPr/>
          <a:lstStyle>
            <a:lvl1pPr>
              <a:defRPr/>
            </a:lvl1pPr>
          </a:lstStyle>
          <a:p>
            <a:r>
              <a:rPr lang="en-US"/>
              <a:t>&lt;KPI NAME&gt;</a:t>
            </a:r>
          </a:p>
        </p:txBody>
      </p:sp>
      <p:sp>
        <p:nvSpPr>
          <p:cNvPr id="35" name="Rechteck 8"/>
          <p:cNvSpPr/>
          <p:nvPr userDrawn="1"/>
        </p:nvSpPr>
        <p:spPr bwMode="gray">
          <a:xfrm>
            <a:off x="8422229" y="4560679"/>
            <a:ext cx="362862" cy="189000"/>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algn="r" defTabSz="746522" eaLnBrk="0" fontAlgn="base" hangingPunct="0">
              <a:spcBef>
                <a:spcPct val="0"/>
              </a:spcBef>
              <a:spcAft>
                <a:spcPct val="0"/>
              </a:spcAft>
            </a:pPr>
            <a:fld id="{2E45E626-985F-4F96-B1C4-178AC390C14C}" type="slidenum">
              <a:rPr lang="en-US" sz="750" smtClean="0">
                <a:solidFill>
                  <a:srgbClr val="000000"/>
                </a:solidFill>
              </a:rPr>
              <a:pPr algn="r" defTabSz="746522" eaLnBrk="0" fontAlgn="base" hangingPunct="0">
                <a:spcBef>
                  <a:spcPct val="0"/>
                </a:spcBef>
                <a:spcAft>
                  <a:spcPct val="0"/>
                </a:spcAft>
              </a:pPr>
              <a:t>‹#›</a:t>
            </a:fld>
            <a:endParaRPr lang="en-US" sz="750">
              <a:solidFill>
                <a:srgbClr val="000000"/>
              </a:solidFill>
            </a:endParaRPr>
          </a:p>
        </p:txBody>
      </p:sp>
      <p:sp>
        <p:nvSpPr>
          <p:cNvPr id="36" name="Text Placeholder 22"/>
          <p:cNvSpPr>
            <a:spLocks noGrp="1"/>
          </p:cNvSpPr>
          <p:nvPr>
            <p:ph type="body" sz="quarter" idx="19" hasCustomPrompt="1"/>
          </p:nvPr>
        </p:nvSpPr>
        <p:spPr>
          <a:xfrm>
            <a:off x="5328006" y="4306065"/>
            <a:ext cx="3434837" cy="149994"/>
          </a:xfrm>
        </p:spPr>
        <p:txBody>
          <a:bodyPr anchor="t"/>
          <a:lstStyle>
            <a:lvl1pPr>
              <a:defRPr sz="900"/>
            </a:lvl1pPr>
            <a:lvl2pPr marL="0" indent="0">
              <a:buNone/>
              <a:defRPr sz="900" baseline="0"/>
            </a:lvl2pPr>
          </a:lstStyle>
          <a:p>
            <a:pPr marL="0" lvl="1" defTabSz="658416" eaLnBrk="0" hangingPunct="0">
              <a:buClr>
                <a:srgbClr val="FFCC00"/>
              </a:buClr>
            </a:pPr>
            <a:r>
              <a:rPr lang="en-US" sz="825">
                <a:solidFill>
                  <a:srgbClr val="000000"/>
                </a:solidFill>
              </a:rPr>
              <a:t>Daily / Monthly / Annually</a:t>
            </a:r>
          </a:p>
        </p:txBody>
      </p:sp>
      <p:sp>
        <p:nvSpPr>
          <p:cNvPr id="53" name="Text Placeholder 12"/>
          <p:cNvSpPr>
            <a:spLocks noGrp="1"/>
          </p:cNvSpPr>
          <p:nvPr>
            <p:ph type="body" sz="quarter" idx="20" hasCustomPrompt="1"/>
          </p:nvPr>
        </p:nvSpPr>
        <p:spPr>
          <a:xfrm>
            <a:off x="2054761" y="1765162"/>
            <a:ext cx="6367468" cy="276999"/>
          </a:xfrm>
          <a:solidFill>
            <a:schemeClr val="accent3">
              <a:lumMod val="40000"/>
              <a:lumOff val="60000"/>
            </a:schemeClr>
          </a:solidFill>
        </p:spPr>
        <p:style>
          <a:lnRef idx="1">
            <a:schemeClr val="accent3"/>
          </a:lnRef>
          <a:fillRef idx="2">
            <a:schemeClr val="accent3"/>
          </a:fillRef>
          <a:effectRef idx="1">
            <a:schemeClr val="accent3"/>
          </a:effectRef>
          <a:fontRef idx="none"/>
        </p:style>
        <p:txBody>
          <a:bodyPr lIns="0" tIns="91440" bIns="91440" anchor="ctr"/>
          <a:lstStyle>
            <a:lvl1pPr algn="ctr" defTabSz="658416">
              <a:buClr>
                <a:srgbClr val="FFCC00"/>
              </a:buClr>
              <a:buFont typeface="Wingdings" pitchFamily="2" charset="2"/>
              <a:buNone/>
              <a:defRPr sz="900">
                <a:latin typeface="Cambria Math" panose="02040503050406030204" pitchFamily="18" charset="0"/>
                <a:ea typeface="Cambria Math" panose="02040503050406030204" pitchFamily="18" charset="0"/>
              </a:defRPr>
            </a:lvl1pPr>
          </a:lstStyle>
          <a:p>
            <a:pPr defTabSz="877888">
              <a:buClr>
                <a:srgbClr val="FFCC00"/>
              </a:buClr>
              <a:buFont typeface="Wingdings" pitchFamily="2" charset="2"/>
              <a:buNone/>
            </a:pPr>
            <a:r>
              <a:rPr lang="en-US" sz="900">
                <a:solidFill>
                  <a:srgbClr val="000000"/>
                </a:solidFill>
              </a:rPr>
              <a:t>Type equation here</a:t>
            </a:r>
          </a:p>
        </p:txBody>
      </p:sp>
      <p:sp>
        <p:nvSpPr>
          <p:cNvPr id="54" name="Text Placeholder 22"/>
          <p:cNvSpPr>
            <a:spLocks noGrp="1"/>
          </p:cNvSpPr>
          <p:nvPr>
            <p:ph type="body" sz="quarter" idx="21" hasCustomPrompt="1"/>
          </p:nvPr>
        </p:nvSpPr>
        <p:spPr>
          <a:xfrm>
            <a:off x="473260" y="2328069"/>
            <a:ext cx="1463040" cy="461645"/>
          </a:xfrm>
        </p:spPr>
        <p:txBody>
          <a:bodyPr anchor="t"/>
          <a:lstStyle>
            <a:lvl1pPr defTabSz="658416">
              <a:buClr>
                <a:srgbClr val="FFCC00"/>
              </a:buClr>
              <a:buFont typeface="Wingdings" pitchFamily="2" charset="2"/>
              <a:buNone/>
              <a:defRPr sz="900" b="1" baseline="0"/>
            </a:lvl1pPr>
          </a:lstStyle>
          <a:p>
            <a:pPr defTabSz="877888">
              <a:buClr>
                <a:srgbClr val="FFCC00"/>
              </a:buClr>
              <a:buFont typeface="Wingdings" pitchFamily="2" charset="2"/>
              <a:buNone/>
            </a:pPr>
            <a:r>
              <a:rPr lang="en-US" sz="900">
                <a:solidFill>
                  <a:srgbClr val="000000"/>
                </a:solidFill>
              </a:rPr>
              <a:t>Owner’s name, department</a:t>
            </a:r>
          </a:p>
        </p:txBody>
      </p:sp>
      <p:sp>
        <p:nvSpPr>
          <p:cNvPr id="55" name="Text Placeholder 22"/>
          <p:cNvSpPr>
            <a:spLocks noGrp="1"/>
          </p:cNvSpPr>
          <p:nvPr>
            <p:ph type="body" sz="quarter" idx="22" hasCustomPrompt="1"/>
          </p:nvPr>
        </p:nvSpPr>
        <p:spPr>
          <a:xfrm>
            <a:off x="466229" y="3272545"/>
            <a:ext cx="1463040" cy="138500"/>
          </a:xfrm>
        </p:spPr>
        <p:txBody>
          <a:bodyPr anchor="t"/>
          <a:lstStyle>
            <a:lvl1pPr defTabSz="658416">
              <a:buClr>
                <a:srgbClr val="FFCC00"/>
              </a:buClr>
              <a:buFont typeface="Wingdings" pitchFamily="2" charset="2"/>
              <a:buNone/>
              <a:defRPr sz="900" b="1" baseline="0"/>
            </a:lvl1pPr>
          </a:lstStyle>
          <a:p>
            <a:pPr defTabSz="877888">
              <a:buClr>
                <a:srgbClr val="FFCC00"/>
              </a:buClr>
              <a:buFont typeface="Wingdings" pitchFamily="2" charset="2"/>
              <a:buNone/>
            </a:pPr>
            <a:r>
              <a:rPr lang="en-US" sz="900">
                <a:solidFill>
                  <a:srgbClr val="000000"/>
                </a:solidFill>
              </a:rPr>
              <a:t>Contact Name (optional)</a:t>
            </a:r>
          </a:p>
        </p:txBody>
      </p:sp>
      <p:sp>
        <p:nvSpPr>
          <p:cNvPr id="3" name="Text Placeholder 2"/>
          <p:cNvSpPr>
            <a:spLocks noGrp="1"/>
          </p:cNvSpPr>
          <p:nvPr>
            <p:ph type="body" sz="quarter" idx="24" hasCustomPrompt="1"/>
          </p:nvPr>
        </p:nvSpPr>
        <p:spPr>
          <a:xfrm>
            <a:off x="2038859" y="2127987"/>
            <a:ext cx="6723984" cy="1920240"/>
          </a:xfrm>
        </p:spPr>
        <p:txBody>
          <a:bodyPr lIns="182880" tIns="91440" anchor="t"/>
          <a:lstStyle>
            <a:lvl1pPr>
              <a:defRPr sz="900"/>
            </a:lvl1pPr>
            <a:lvl2pPr marL="148205" indent="-146990">
              <a:buClr>
                <a:srgbClr val="FFC000"/>
              </a:buClr>
              <a:buFont typeface="Arial" panose="020B0604020202020204" pitchFamily="34" charset="0"/>
              <a:buChar char="■"/>
              <a:defRPr sz="900"/>
            </a:lvl2pPr>
            <a:lvl3pPr>
              <a:buClr>
                <a:srgbClr val="FFC000"/>
              </a:buClr>
              <a:defRPr sz="900"/>
            </a:lvl3pPr>
            <a:lvl4pPr>
              <a:buClr>
                <a:srgbClr val="FFC000"/>
              </a:buClr>
              <a:defRPr sz="900"/>
            </a:lvl4pPr>
            <a:lvl5pPr>
              <a:buClr>
                <a:srgbClr val="FFC000"/>
              </a:buClr>
              <a:defRPr sz="900"/>
            </a:lvl5pPr>
          </a:lstStyle>
          <a:p>
            <a:pPr lvl="0"/>
            <a:r>
              <a:rPr lang="en-US"/>
              <a:t>Description of calculation formula and scope of measurement</a:t>
            </a:r>
          </a:p>
          <a:p>
            <a:pPr lvl="1"/>
            <a:r>
              <a:rPr lang="en-US"/>
              <a:t>Second level</a:t>
            </a:r>
          </a:p>
          <a:p>
            <a:pPr lvl="2"/>
            <a:r>
              <a:rPr lang="en-US"/>
              <a:t>Third level</a:t>
            </a:r>
          </a:p>
          <a:p>
            <a:pPr lvl="3"/>
            <a:r>
              <a:rPr lang="en-US"/>
              <a:t>Fourth level</a:t>
            </a:r>
          </a:p>
          <a:p>
            <a:pPr lvl="4"/>
            <a:r>
              <a:rPr lang="en-US"/>
              <a:t>Fifth level</a:t>
            </a:r>
          </a:p>
        </p:txBody>
      </p:sp>
      <p:sp>
        <p:nvSpPr>
          <p:cNvPr id="26" name="Rechteck 11"/>
          <p:cNvSpPr/>
          <p:nvPr userDrawn="1"/>
        </p:nvSpPr>
        <p:spPr bwMode="hidden">
          <a:xfrm>
            <a:off x="179388" y="4464245"/>
            <a:ext cx="8784000" cy="540000"/>
          </a:xfrm>
          <a:prstGeom prst="rect">
            <a:avLst/>
          </a:prstGeom>
          <a:gradFill flip="none" rotWithShape="1">
            <a:gsLst>
              <a:gs pos="0">
                <a:schemeClr val="bg1">
                  <a:alpha val="0"/>
                </a:schemeClr>
              </a:gs>
              <a:gs pos="100000">
                <a:schemeClr val="accent3"/>
              </a:gs>
              <a:gs pos="36000">
                <a:schemeClr val="accent3">
                  <a:alpha val="77000"/>
                </a:schemeClr>
              </a:gs>
              <a:gs pos="52000">
                <a:schemeClr val="accent3">
                  <a:alpha val="90000"/>
                </a:schemeClr>
              </a:gs>
              <a:gs pos="74000">
                <a:schemeClr val="accent3"/>
              </a:gs>
            </a:gsLst>
            <a:lin ang="5400000" scaled="0"/>
            <a:tileRect/>
          </a:gradFill>
          <a:ln w="9525" cap="flat" cmpd="sng" algn="ctr">
            <a:noFill/>
            <a:prstDash val="solid"/>
            <a:round/>
            <a:headEnd type="none" w="med" len="med"/>
            <a:tailEnd type="none" w="med" len="med"/>
          </a:ln>
          <a:effectLst/>
        </p:spPr>
        <p:txBody>
          <a:bodyPr vert="horz" wrap="none" lIns="108000" tIns="108000" rIns="108000" bIns="108000" numCol="1" rtlCol="0" anchor="ctr" anchorCtr="0" compatLnSpc="1">
            <a:prstTxWarp prst="textNoShape">
              <a:avLst/>
            </a:prstTxWarp>
          </a:bodyPr>
          <a:lstStyle/>
          <a:p>
            <a:pPr defTabSz="746522" eaLnBrk="0" fontAlgn="base" hangingPunct="0">
              <a:spcBef>
                <a:spcPct val="0"/>
              </a:spcBef>
              <a:spcAft>
                <a:spcPct val="0"/>
              </a:spcAft>
            </a:pPr>
            <a:endParaRPr lang="en-US" sz="1050">
              <a:solidFill>
                <a:srgbClr val="000000"/>
              </a:solidFill>
            </a:endParaRPr>
          </a:p>
        </p:txBody>
      </p:sp>
      <p:sp>
        <p:nvSpPr>
          <p:cNvPr id="32" name="Rechteck 8"/>
          <p:cNvSpPr/>
          <p:nvPr userDrawn="1"/>
        </p:nvSpPr>
        <p:spPr bwMode="gray">
          <a:xfrm>
            <a:off x="8422229" y="4560679"/>
            <a:ext cx="362862" cy="189000"/>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algn="r" defTabSz="746522" eaLnBrk="0" fontAlgn="base" hangingPunct="0">
              <a:spcBef>
                <a:spcPct val="0"/>
              </a:spcBef>
              <a:spcAft>
                <a:spcPct val="0"/>
              </a:spcAft>
            </a:pPr>
            <a:fld id="{2E45E626-985F-4F96-B1C4-178AC390C14C}" type="slidenum">
              <a:rPr lang="en-US" sz="750" smtClean="0">
                <a:solidFill>
                  <a:srgbClr val="000000"/>
                </a:solidFill>
              </a:rPr>
              <a:pPr algn="r" defTabSz="746522" eaLnBrk="0" fontAlgn="base" hangingPunct="0">
                <a:spcBef>
                  <a:spcPct val="0"/>
                </a:spcBef>
                <a:spcAft>
                  <a:spcPct val="0"/>
                </a:spcAft>
              </a:pPr>
              <a:t>‹#›</a:t>
            </a:fld>
            <a:endParaRPr lang="en-US" sz="750">
              <a:solidFill>
                <a:srgbClr val="000000"/>
              </a:solidFill>
            </a:endParaRPr>
          </a:p>
        </p:txBody>
      </p:sp>
      <p:pic>
        <p:nvPicPr>
          <p:cNvPr id="34" name="Picture 3" descr="C:\MyData\Docs\01_Presentations in Progress\27183_Template2010\20140402_Formatted_Templates\DHL_rgb_BG.png"/>
          <p:cNvPicPr>
            <a:picLocks noChangeAspect="1" noChangeArrowheads="1"/>
          </p:cNvPicPr>
          <p:nvPr userDrawn="1"/>
        </p:nvPicPr>
        <p:blipFill>
          <a:blip r:embed="rId5"/>
          <a:stretch>
            <a:fillRect/>
          </a:stretch>
        </p:blipFill>
        <p:spPr bwMode="auto">
          <a:xfrm>
            <a:off x="466229" y="4608660"/>
            <a:ext cx="1463040" cy="158342"/>
          </a:xfrm>
          <a:prstGeom prst="rect">
            <a:avLst/>
          </a:prstGeom>
          <a:noFill/>
          <a:ln>
            <a:noFill/>
          </a:ln>
        </p:spPr>
      </p:pic>
      <p:sp>
        <p:nvSpPr>
          <p:cNvPr id="43" name="Rectangle 6"/>
          <p:cNvSpPr>
            <a:spLocks noChangeArrowheads="1"/>
          </p:cNvSpPr>
          <p:nvPr userDrawn="1"/>
        </p:nvSpPr>
        <p:spPr bwMode="gray">
          <a:xfrm>
            <a:off x="443061" y="3032760"/>
            <a:ext cx="1463040" cy="152349"/>
          </a:xfrm>
          <a:prstGeom prst="rect">
            <a:avLst/>
          </a:prstGeom>
          <a:solidFill>
            <a:schemeClr val="accent3">
              <a:lumMod val="60000"/>
              <a:lumOff val="40000"/>
            </a:schemeClr>
          </a:solidFill>
          <a:ln w="9525">
            <a:noFill/>
            <a:miter lim="800000"/>
            <a:headEnd/>
            <a:tailEnd/>
          </a:ln>
        </p:spPr>
        <p:txBody>
          <a:bodyPr wrap="square" lIns="34290" tIns="6858" rIns="34290" bIns="6858" anchor="t" anchorCtr="0">
            <a:spAutoFit/>
          </a:bodyPr>
          <a:lstStyle/>
          <a:p>
            <a:pPr defTabSz="658416" eaLnBrk="0" hangingPunct="0"/>
            <a:r>
              <a:rPr lang="en-US" sz="900" b="1">
                <a:solidFill>
                  <a:srgbClr val="000000"/>
                </a:solidFill>
              </a:rPr>
              <a:t>KPI Contact</a:t>
            </a:r>
          </a:p>
        </p:txBody>
      </p:sp>
    </p:spTree>
    <p:extLst>
      <p:ext uri="{BB962C8B-B14F-4D97-AF65-F5344CB8AC3E}">
        <p14:creationId xmlns:p14="http://schemas.microsoft.com/office/powerpoint/2010/main" val="4160638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A8CB9F4-FAF1-76A9-2C18-BEB17E680F24}"/>
              </a:ext>
            </a:extLst>
          </p:cNvPr>
          <p:cNvGraphicFramePr>
            <a:graphicFrameLocks noChangeAspect="1"/>
          </p:cNvGraphicFramePr>
          <p:nvPr userDrawn="1">
            <p:custDataLst>
              <p:tags r:id="rId24"/>
            </p:custDataLst>
            <p:extLst>
              <p:ext uri="{D42A27DB-BD31-4B8C-83A1-F6EECF244321}">
                <p14:modId xmlns:p14="http://schemas.microsoft.com/office/powerpoint/2010/main" val="38347861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592" imgH="595" progId="TCLayout.ActiveDocument.1">
                  <p:embed/>
                </p:oleObj>
              </mc:Choice>
              <mc:Fallback>
                <p:oleObj name="think-cell Slide" r:id="rId25" imgW="592" imgH="595" progId="TCLayout.ActiveDocument.1">
                  <p:embed/>
                  <p:pic>
                    <p:nvPicPr>
                      <p:cNvPr id="5" name="think-cell data - do not delete" hidden="1">
                        <a:extLst>
                          <a:ext uri="{FF2B5EF4-FFF2-40B4-BE49-F238E27FC236}">
                            <a16:creationId xmlns:a16="http://schemas.microsoft.com/office/drawing/2014/main" id="{3A8CB9F4-FAF1-76A9-2C18-BEB17E680F24}"/>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9" name="Footer Placeholder 8">
            <a:extLst>
              <a:ext uri="{FF2B5EF4-FFF2-40B4-BE49-F238E27FC236}">
                <a16:creationId xmlns:a16="http://schemas.microsoft.com/office/drawing/2014/main" id="{CA856C2E-8F2D-41A0-AE6C-F0526A45A6EE}"/>
              </a:ext>
            </a:extLst>
          </p:cNvPr>
          <p:cNvSpPr>
            <a:spLocks noGrp="1"/>
          </p:cNvSpPr>
          <p:nvPr>
            <p:ph type="ftr" sz="quarter" idx="3"/>
          </p:nvPr>
        </p:nvSpPr>
        <p:spPr>
          <a:xfrm>
            <a:off x="323999" y="4803982"/>
            <a:ext cx="8117532" cy="138499"/>
          </a:xfrm>
          <a:prstGeom prst="rect">
            <a:avLst/>
          </a:prstGeom>
        </p:spPr>
        <p:txBody>
          <a:bodyPr vert="horz" lIns="0" tIns="0" rIns="0" bIns="0" rtlCol="0" anchor="ctr">
            <a:noAutofit/>
          </a:bodyPr>
          <a:lstStyle>
            <a:lvl1pPr algn="l">
              <a:defRPr sz="900">
                <a:solidFill>
                  <a:schemeClr val="tx1"/>
                </a:solidFill>
              </a:defRPr>
            </a:lvl1pPr>
          </a:lstStyle>
          <a:p>
            <a:r>
              <a:rPr lang="en-US"/>
              <a:t>DHL | Presentation title | Location | xx Month 20xx</a:t>
            </a:r>
            <a:endParaRPr lang="en-US" dirty="0"/>
          </a:p>
        </p:txBody>
      </p:sp>
      <p:sp>
        <p:nvSpPr>
          <p:cNvPr id="11" name="Slide Number Placeholder 10">
            <a:extLst>
              <a:ext uri="{FF2B5EF4-FFF2-40B4-BE49-F238E27FC236}">
                <a16:creationId xmlns:a16="http://schemas.microsoft.com/office/drawing/2014/main" id="{8C9B7831-1594-4A3A-AB85-33FDCF3EA950}"/>
              </a:ext>
            </a:extLst>
          </p:cNvPr>
          <p:cNvSpPr>
            <a:spLocks noGrp="1"/>
          </p:cNvSpPr>
          <p:nvPr>
            <p:ph type="sldNum" sz="quarter" idx="4"/>
          </p:nvPr>
        </p:nvSpPr>
        <p:spPr>
          <a:xfrm>
            <a:off x="8441531" y="4803982"/>
            <a:ext cx="378469" cy="138499"/>
          </a:xfrm>
          <a:prstGeom prst="rect">
            <a:avLst/>
          </a:prstGeom>
        </p:spPr>
        <p:txBody>
          <a:bodyPr vert="horz" lIns="0" tIns="0" rIns="0" bIns="0" rtlCol="0" anchor="ctr"/>
          <a:lstStyle>
            <a:lvl1pPr algn="r">
              <a:defRPr sz="900">
                <a:solidFill>
                  <a:schemeClr val="tx1"/>
                </a:solidFill>
              </a:defRPr>
            </a:lvl1pPr>
          </a:lstStyle>
          <a:p>
            <a:fld id="{C2245BC1-4D7B-4ED3-8F01-840FA35126C6}" type="slidenum">
              <a:rPr lang="en-US" smtClean="0"/>
              <a:pPr/>
              <a:t>‹#›</a:t>
            </a:fld>
            <a:endParaRPr lang="en-US" dirty="0"/>
          </a:p>
        </p:txBody>
      </p:sp>
      <p:sp>
        <p:nvSpPr>
          <p:cNvPr id="7" name="Title Placeholder 6">
            <a:extLst>
              <a:ext uri="{FF2B5EF4-FFF2-40B4-BE49-F238E27FC236}">
                <a16:creationId xmlns:a16="http://schemas.microsoft.com/office/drawing/2014/main" id="{82927099-8B95-48F9-92CE-1BDC9AB08BDE}"/>
              </a:ext>
            </a:extLst>
          </p:cNvPr>
          <p:cNvSpPr>
            <a:spLocks noGrp="1"/>
          </p:cNvSpPr>
          <p:nvPr>
            <p:ph type="title"/>
          </p:nvPr>
        </p:nvSpPr>
        <p:spPr>
          <a:xfrm>
            <a:off x="324000" y="385163"/>
            <a:ext cx="8495999" cy="493950"/>
          </a:xfrm>
          <a:prstGeom prst="rect">
            <a:avLst/>
          </a:prstGeom>
        </p:spPr>
        <p:txBody>
          <a:bodyPr vert="horz" lIns="0" tIns="0" rIns="0" bIns="0" rtlCol="0" anchor="b">
            <a:noAutofit/>
          </a:bodyPr>
          <a:lstStyle/>
          <a:p>
            <a:r>
              <a:rPr lang="en-US" dirty="0"/>
              <a:t>Double headline with one or two lines, Delivery Bold, 18 </a:t>
            </a:r>
            <a:r>
              <a:rPr lang="en-US" dirty="0" err="1"/>
              <a:t>pt</a:t>
            </a:r>
            <a:endParaRPr lang="en-US" dirty="0"/>
          </a:p>
        </p:txBody>
      </p:sp>
      <p:sp>
        <p:nvSpPr>
          <p:cNvPr id="2" name="Textplatzhalter 1">
            <a:extLst>
              <a:ext uri="{FF2B5EF4-FFF2-40B4-BE49-F238E27FC236}">
                <a16:creationId xmlns:a16="http://schemas.microsoft.com/office/drawing/2014/main" id="{41540D8D-44A2-4357-96AC-187F9742D364}"/>
              </a:ext>
            </a:extLst>
          </p:cNvPr>
          <p:cNvSpPr>
            <a:spLocks noGrp="1"/>
          </p:cNvSpPr>
          <p:nvPr>
            <p:ph type="body" idx="1"/>
          </p:nvPr>
        </p:nvSpPr>
        <p:spPr>
          <a:xfrm>
            <a:off x="323999" y="1150938"/>
            <a:ext cx="8496151" cy="3530600"/>
          </a:xfrm>
          <a:prstGeom prst="rect">
            <a:avLst/>
          </a:prstGeom>
        </p:spPr>
        <p:txBody>
          <a:bodyPr vert="horz" lIns="0" tIns="0" rIns="0" bIns="0" rtlCol="0">
            <a:noAutofit/>
          </a:bodyPr>
          <a:lstStyle/>
          <a:p>
            <a:pPr lvl="0"/>
            <a:r>
              <a:rPr lang="de-DE" dirty="0"/>
              <a:t>Body </a:t>
            </a:r>
            <a:r>
              <a:rPr lang="de-DE" dirty="0" err="1"/>
              <a:t>text</a:t>
            </a:r>
            <a:r>
              <a:rPr lang="de-DE" dirty="0"/>
              <a:t> in </a:t>
            </a:r>
            <a:r>
              <a:rPr lang="de-DE" dirty="0" err="1"/>
              <a:t>Delivery</a:t>
            </a:r>
            <a:r>
              <a:rPr lang="de-DE" dirty="0"/>
              <a:t>, 12 </a:t>
            </a:r>
            <a:r>
              <a:rPr lang="de-DE" dirty="0" err="1"/>
              <a:t>pt</a:t>
            </a:r>
            <a:endParaRPr lang="de-DE" dirty="0"/>
          </a:p>
          <a:p>
            <a:pPr lvl="1"/>
            <a:r>
              <a:rPr lang="de-DE" dirty="0"/>
              <a:t>Bullet </a:t>
            </a:r>
            <a:r>
              <a:rPr lang="de-DE" dirty="0" err="1"/>
              <a:t>text</a:t>
            </a:r>
            <a:r>
              <a:rPr lang="de-DE" dirty="0"/>
              <a:t>, </a:t>
            </a:r>
            <a:r>
              <a:rPr lang="de-DE" dirty="0" err="1"/>
              <a:t>Delivery</a:t>
            </a:r>
            <a:r>
              <a:rPr lang="de-DE" dirty="0"/>
              <a:t>, 12 </a:t>
            </a:r>
            <a:r>
              <a:rPr lang="de-DE" dirty="0" err="1"/>
              <a:t>pt</a:t>
            </a:r>
            <a:endParaRPr lang="de-DE" dirty="0"/>
          </a:p>
          <a:p>
            <a:pPr lvl="2"/>
            <a:r>
              <a:rPr lang="de-DE" dirty="0"/>
              <a:t>Bullet </a:t>
            </a:r>
            <a:r>
              <a:rPr lang="de-DE" dirty="0" err="1"/>
              <a:t>text</a:t>
            </a:r>
            <a:r>
              <a:rPr lang="de-DE" dirty="0"/>
              <a:t>, </a:t>
            </a:r>
            <a:r>
              <a:rPr lang="de-DE" dirty="0" err="1"/>
              <a:t>Delivery</a:t>
            </a:r>
            <a:r>
              <a:rPr lang="de-DE" dirty="0"/>
              <a:t>, 12 </a:t>
            </a:r>
            <a:r>
              <a:rPr lang="de-DE" dirty="0" err="1"/>
              <a:t>pt</a:t>
            </a:r>
            <a:endParaRPr lang="de-DE" dirty="0"/>
          </a:p>
          <a:p>
            <a:pPr lvl="3"/>
            <a:r>
              <a:rPr lang="de-DE" dirty="0"/>
              <a:t>Bullet </a:t>
            </a:r>
            <a:r>
              <a:rPr lang="de-DE" dirty="0" err="1"/>
              <a:t>text</a:t>
            </a:r>
            <a:r>
              <a:rPr lang="de-DE" dirty="0"/>
              <a:t>, </a:t>
            </a:r>
            <a:r>
              <a:rPr lang="de-DE" dirty="0" err="1"/>
              <a:t>Delivery</a:t>
            </a:r>
            <a:r>
              <a:rPr lang="de-DE" dirty="0"/>
              <a:t>, 12 </a:t>
            </a:r>
            <a:r>
              <a:rPr lang="de-DE" dirty="0" err="1"/>
              <a:t>pt</a:t>
            </a:r>
            <a:endParaRPr lang="de-DE" dirty="0"/>
          </a:p>
          <a:p>
            <a:pPr lvl="4"/>
            <a:r>
              <a:rPr lang="de-DE" dirty="0"/>
              <a:t>Action title, </a:t>
            </a:r>
            <a:r>
              <a:rPr lang="de-DE" dirty="0" err="1"/>
              <a:t>Delivery</a:t>
            </a:r>
            <a:r>
              <a:rPr lang="de-DE" dirty="0"/>
              <a:t> Regular, 15 </a:t>
            </a:r>
            <a:r>
              <a:rPr lang="de-DE" dirty="0" err="1"/>
              <a:t>pt</a:t>
            </a:r>
            <a:endParaRPr lang="de-DE" dirty="0"/>
          </a:p>
          <a:p>
            <a:pPr lvl="5"/>
            <a:r>
              <a:rPr lang="de-DE" dirty="0"/>
              <a:t>Paragraph Headline, </a:t>
            </a:r>
            <a:r>
              <a:rPr lang="de-DE" dirty="0" err="1"/>
              <a:t>DeliveryBold</a:t>
            </a:r>
            <a:r>
              <a:rPr lang="de-DE" dirty="0"/>
              <a:t>, 12 </a:t>
            </a:r>
            <a:r>
              <a:rPr lang="de-DE" dirty="0" err="1"/>
              <a:t>pt</a:t>
            </a:r>
            <a:endParaRPr lang="de-DE" dirty="0"/>
          </a:p>
          <a:p>
            <a:pPr lvl="6"/>
            <a:r>
              <a:rPr lang="de-DE" dirty="0"/>
              <a:t>Bullet </a:t>
            </a:r>
            <a:r>
              <a:rPr lang="de-DE" dirty="0" err="1"/>
              <a:t>number</a:t>
            </a:r>
            <a:r>
              <a:rPr lang="de-DE" dirty="0"/>
              <a:t>, </a:t>
            </a:r>
            <a:r>
              <a:rPr lang="de-DE" dirty="0" err="1"/>
              <a:t>Delivery</a:t>
            </a:r>
            <a:r>
              <a:rPr lang="de-DE" dirty="0"/>
              <a:t>, 12 </a:t>
            </a:r>
            <a:r>
              <a:rPr lang="de-DE" dirty="0" err="1"/>
              <a:t>pt</a:t>
            </a:r>
            <a:endParaRPr lang="de-DE" dirty="0"/>
          </a:p>
        </p:txBody>
      </p:sp>
      <p:sp>
        <p:nvSpPr>
          <p:cNvPr id="3" name="MSIPCMContentMarking" descr="{&quot;HashCode&quot;:905108722,&quot;Placement&quot;:&quot;Header&quot;,&quot;Top&quot;:0.0,&quot;Left&quot;:0.0,&quot;SlideWidth&quot;:720,&quot;SlideHeight&quot;:405}">
            <a:extLst>
              <a:ext uri="{FF2B5EF4-FFF2-40B4-BE49-F238E27FC236}">
                <a16:creationId xmlns:a16="http://schemas.microsoft.com/office/drawing/2014/main" id="{73BB407B-197C-4DF5-BE90-EFEA44C42100}"/>
              </a:ext>
            </a:extLst>
          </p:cNvPr>
          <p:cNvSpPr txBox="1"/>
          <p:nvPr userDrawn="1"/>
        </p:nvSpPr>
        <p:spPr>
          <a:xfrm>
            <a:off x="0" y="0"/>
            <a:ext cx="1387009" cy="234315"/>
          </a:xfrm>
          <a:prstGeom prst="rect">
            <a:avLst/>
          </a:prstGeom>
          <a:noFill/>
        </p:spPr>
        <p:txBody>
          <a:bodyPr vert="horz" wrap="square" lIns="0" tIns="0" rIns="0" bIns="0" rtlCol="0" anchor="ctr" anchorCtr="1">
            <a:noAutofit/>
          </a:bodyPr>
          <a:lstStyle/>
          <a:p>
            <a:pPr algn="l">
              <a:lnSpc>
                <a:spcPct val="110000"/>
              </a:lnSpc>
              <a:spcBef>
                <a:spcPts val="0"/>
              </a:spcBef>
              <a:spcAft>
                <a:spcPts val="0"/>
              </a:spcAft>
            </a:pPr>
            <a:r>
              <a:rPr lang="en-US" sz="1000">
                <a:solidFill>
                  <a:srgbClr val="747474"/>
                </a:solidFill>
                <a:latin typeface="Delivery" panose="020F0503020204020204" pitchFamily="34" charset="0"/>
              </a:rPr>
              <a:t>FOR INTERNAL USE</a:t>
            </a:r>
            <a:endParaRPr lang="en-US" sz="1000" dirty="0" err="1">
              <a:solidFill>
                <a:srgbClr val="747474"/>
              </a:solidFill>
              <a:latin typeface="Delivery" panose="020F0503020204020204" pitchFamily="34" charset="0"/>
            </a:endParaRPr>
          </a:p>
        </p:txBody>
      </p:sp>
    </p:spTree>
    <p:extLst>
      <p:ext uri="{BB962C8B-B14F-4D97-AF65-F5344CB8AC3E}">
        <p14:creationId xmlns:p14="http://schemas.microsoft.com/office/powerpoint/2010/main" val="138446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9" r:id="rId5"/>
    <p:sldLayoutId id="2147483653" r:id="rId6"/>
    <p:sldLayoutId id="2147483654" r:id="rId7"/>
    <p:sldLayoutId id="2147483666" r:id="rId8"/>
    <p:sldLayoutId id="2147483655" r:id="rId9"/>
    <p:sldLayoutId id="2147483656" r:id="rId10"/>
    <p:sldLayoutId id="2147483657" r:id="rId11"/>
    <p:sldLayoutId id="2147483658" r:id="rId12"/>
    <p:sldLayoutId id="2147483670" r:id="rId13"/>
    <p:sldLayoutId id="2147483671" r:id="rId14"/>
    <p:sldLayoutId id="2147483672" r:id="rId15"/>
    <p:sldLayoutId id="2147483661" r:id="rId16"/>
    <p:sldLayoutId id="2147483662" r:id="rId17"/>
    <p:sldLayoutId id="2147483663" r:id="rId18"/>
    <p:sldLayoutId id="2147483668" r:id="rId19"/>
    <p:sldLayoutId id="2147483664" r:id="rId20"/>
    <p:sldLayoutId id="2147483665" r:id="rId21"/>
    <p:sldLayoutId id="2147483673" r:id="rId22"/>
  </p:sldLayoutIdLst>
  <p:hf hdr="0" dt="0"/>
  <p:txStyles>
    <p:titleStyle>
      <a:lvl1pPr algn="l" defTabSz="685800" rtl="0" eaLnBrk="1" latinLnBrk="0" hangingPunct="1">
        <a:lnSpc>
          <a:spcPct val="100000"/>
        </a:lnSpc>
        <a:spcBef>
          <a:spcPct val="0"/>
        </a:spcBef>
        <a:buNone/>
        <a:defRPr sz="1800" b="1" kern="1200">
          <a:solidFill>
            <a:schemeClr val="accent4"/>
          </a:solidFill>
          <a:latin typeface="+mj-lt"/>
          <a:ea typeface="+mj-ea"/>
          <a:cs typeface="+mj-cs"/>
        </a:defRPr>
      </a:lvl1pPr>
    </p:titleStyle>
    <p:bodyStyle>
      <a:lvl1pPr marL="0" indent="0" algn="l" defTabSz="685800" rtl="0" eaLnBrk="1" latinLnBrk="0" hangingPunct="1">
        <a:lnSpc>
          <a:spcPct val="110000"/>
        </a:lnSpc>
        <a:spcBef>
          <a:spcPts val="0"/>
        </a:spcBef>
        <a:spcAft>
          <a:spcPts val="500"/>
        </a:spcAft>
        <a:buFont typeface="Arial" panose="020B0604020202020204" pitchFamily="34" charset="0"/>
        <a:buNone/>
        <a:defRPr sz="12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500"/>
        </a:spcAft>
        <a:buClr>
          <a:schemeClr val="accent4"/>
        </a:buClr>
        <a:buFont typeface="Arial" panose="020B0604020202020204" pitchFamily="34" charset="0"/>
        <a:buChar char="•"/>
        <a:defRPr sz="12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4pPr>
      <a:lvl5pPr marL="0" indent="0" algn="l" defTabSz="685800" rtl="0" eaLnBrk="1" latinLnBrk="0" hangingPunct="1">
        <a:lnSpc>
          <a:spcPct val="110000"/>
        </a:lnSpc>
        <a:spcBef>
          <a:spcPts val="0"/>
        </a:spcBef>
        <a:spcAft>
          <a:spcPts val="500"/>
        </a:spcAft>
        <a:buFont typeface="Arial" panose="020B0604020202020204" pitchFamily="34" charset="0"/>
        <a:buNone/>
        <a:defRPr sz="1500" kern="1200">
          <a:solidFill>
            <a:schemeClr val="tx1"/>
          </a:solidFill>
          <a:latin typeface="+mn-lt"/>
          <a:ea typeface="+mn-ea"/>
          <a:cs typeface="+mn-cs"/>
        </a:defRPr>
      </a:lvl5pPr>
      <a:lvl6pPr marL="0" indent="0" algn="l" defTabSz="685800" rtl="0" eaLnBrk="1" latinLnBrk="0" hangingPunct="1">
        <a:lnSpc>
          <a:spcPct val="110000"/>
        </a:lnSpc>
        <a:spcBef>
          <a:spcPts val="0"/>
        </a:spcBef>
        <a:spcAft>
          <a:spcPts val="0"/>
        </a:spcAft>
        <a:buFont typeface="+mj-lt"/>
        <a:buNone/>
        <a:defRPr sz="1200" b="1" kern="1200">
          <a:solidFill>
            <a:schemeClr val="tx1"/>
          </a:solidFill>
          <a:latin typeface="+mn-lt"/>
          <a:ea typeface="+mn-ea"/>
          <a:cs typeface="+mn-cs"/>
        </a:defRPr>
      </a:lvl6pPr>
      <a:lvl7pPr marL="180000" indent="-180000" algn="l" defTabSz="685800" rtl="0" eaLnBrk="1" latinLnBrk="0" hangingPunct="1">
        <a:lnSpc>
          <a:spcPct val="110000"/>
        </a:lnSpc>
        <a:spcBef>
          <a:spcPts val="0"/>
        </a:spcBef>
        <a:spcAft>
          <a:spcPts val="500"/>
        </a:spcAft>
        <a:buClr>
          <a:schemeClr val="accent4"/>
        </a:buClr>
        <a:buFont typeface="+mj-lt"/>
        <a:buAutoNum type="arabicPeriod"/>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indent="0" algn="l" defTabSz="685800" rtl="0" eaLnBrk="1" latinLnBrk="0" hangingPunct="1">
        <a:lnSpc>
          <a:spcPct val="110000"/>
        </a:lnSpc>
        <a:spcBef>
          <a:spcPts val="0"/>
        </a:spcBef>
        <a:spcAft>
          <a:spcPts val="500"/>
        </a:spcAft>
        <a:buFont typeface="Arial" panose="020B0604020202020204" pitchFamily="34" charset="0"/>
        <a:buNone/>
        <a:defRPr sz="1200" kern="1200">
          <a:solidFill>
            <a:schemeClr val="tx1"/>
          </a:solidFill>
          <a:latin typeface="+mn-lt"/>
          <a:ea typeface="+mn-ea"/>
          <a:cs typeface="+mn-cs"/>
        </a:defRPr>
      </a:lvl1pPr>
      <a:lvl2pPr marL="180000" indent="-180000" algn="l" defTabSz="685800" rtl="0" eaLnBrk="1" latinLnBrk="0" hangingPunct="1">
        <a:lnSpc>
          <a:spcPct val="110000"/>
        </a:lnSpc>
        <a:spcBef>
          <a:spcPts val="0"/>
        </a:spcBef>
        <a:spcAft>
          <a:spcPts val="500"/>
        </a:spcAft>
        <a:buClr>
          <a:schemeClr val="accent4"/>
        </a:buClr>
        <a:buFont typeface="Arial" panose="020B0604020202020204" pitchFamily="34" charset="0"/>
        <a:buChar char="•"/>
        <a:defRPr sz="1200" kern="1200">
          <a:solidFill>
            <a:schemeClr val="tx1"/>
          </a:solidFill>
          <a:latin typeface="+mn-lt"/>
          <a:ea typeface="+mn-ea"/>
          <a:cs typeface="+mn-cs"/>
        </a:defRPr>
      </a:lvl2pPr>
      <a:lvl3pPr marL="36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3pPr>
      <a:lvl4pPr marL="540000" indent="-180000" algn="l" defTabSz="685800" rtl="0" eaLnBrk="1" latinLnBrk="0" hangingPunct="1">
        <a:lnSpc>
          <a:spcPct val="110000"/>
        </a:lnSpc>
        <a:spcBef>
          <a:spcPts val="0"/>
        </a:spcBef>
        <a:spcAft>
          <a:spcPts val="500"/>
        </a:spcAft>
        <a:buClr>
          <a:schemeClr val="accent4"/>
        </a:buClr>
        <a:buFont typeface="Symbol" panose="05050102010706020507" pitchFamily="18" charset="2"/>
        <a:buChar char="-"/>
        <a:defRPr sz="1200" kern="1200">
          <a:solidFill>
            <a:schemeClr val="tx1"/>
          </a:solidFill>
          <a:latin typeface="+mn-lt"/>
          <a:ea typeface="+mn-ea"/>
          <a:cs typeface="+mn-cs"/>
        </a:defRPr>
      </a:lvl4pPr>
      <a:lvl5pPr marL="0" indent="0" algn="l" defTabSz="685800" rtl="0" eaLnBrk="1" latinLnBrk="0" hangingPunct="1">
        <a:lnSpc>
          <a:spcPct val="110000"/>
        </a:lnSpc>
        <a:spcBef>
          <a:spcPts val="0"/>
        </a:spcBef>
        <a:spcAft>
          <a:spcPts val="500"/>
        </a:spcAft>
        <a:buFont typeface="Arial" panose="020B0604020202020204" pitchFamily="34" charset="0"/>
        <a:buNone/>
        <a:defRPr sz="1500" kern="1200">
          <a:solidFill>
            <a:schemeClr val="tx1"/>
          </a:solidFill>
          <a:latin typeface="+mn-lt"/>
          <a:ea typeface="+mn-ea"/>
          <a:cs typeface="+mn-cs"/>
        </a:defRPr>
      </a:lvl5pPr>
      <a:lvl6pPr marL="0" indent="0" algn="l" defTabSz="685800" rtl="0" eaLnBrk="1" latinLnBrk="0" hangingPunct="1">
        <a:lnSpc>
          <a:spcPct val="110000"/>
        </a:lnSpc>
        <a:spcBef>
          <a:spcPts val="0"/>
        </a:spcBef>
        <a:spcAft>
          <a:spcPts val="0"/>
        </a:spcAft>
        <a:buFont typeface="+mj-lt"/>
        <a:buNone/>
        <a:defRPr sz="1200" b="1" kern="1200">
          <a:solidFill>
            <a:schemeClr val="tx1"/>
          </a:solidFill>
          <a:latin typeface="+mn-lt"/>
          <a:ea typeface="+mn-ea"/>
          <a:cs typeface="+mn-cs"/>
        </a:defRPr>
      </a:lvl6pPr>
      <a:lvl7pPr marL="180000" indent="-180000" algn="l" defTabSz="685800" rtl="0" eaLnBrk="1" latinLnBrk="0" hangingPunct="1">
        <a:lnSpc>
          <a:spcPct val="110000"/>
        </a:lnSpc>
        <a:spcBef>
          <a:spcPts val="0"/>
        </a:spcBef>
        <a:spcAft>
          <a:spcPts val="500"/>
        </a:spcAft>
        <a:buClr>
          <a:schemeClr val="accent4"/>
        </a:buClr>
        <a:buFont typeface="+mj-lt"/>
        <a:buAutoNum type="arabicPeriod"/>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userDrawn="1">
          <p15:clr>
            <a:srgbClr val="F26B43"/>
          </p15:clr>
        </p15:guide>
        <p15:guide id="3" pos="5556" userDrawn="1">
          <p15:clr>
            <a:srgbClr val="F26B43"/>
          </p15:clr>
        </p15:guide>
        <p15:guide id="6" orient="horz" pos="725" userDrawn="1">
          <p15:clr>
            <a:srgbClr val="F26B43"/>
          </p15:clr>
        </p15:guide>
        <p15:guide id="17" orient="horz" pos="2949" userDrawn="1">
          <p15:clr>
            <a:srgbClr val="F26B43"/>
          </p15:clr>
        </p15:guide>
        <p15:guide id="18" orient="horz" pos="2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2.xml"/><Relationship Id="rId1" Type="http://schemas.openxmlformats.org/officeDocument/2006/relationships/tags" Target="../tags/tag10.xml"/><Relationship Id="rId5" Type="http://schemas.openxmlformats.org/officeDocument/2006/relationships/image" Target="../media/image6.pn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9.xml"/><Relationship Id="rId1" Type="http://schemas.openxmlformats.org/officeDocument/2006/relationships/tags" Target="../tags/tag11.xml"/><Relationship Id="rId5" Type="http://schemas.openxmlformats.org/officeDocument/2006/relationships/hyperlink" Target="https://servicenow.dhl.com/requestit/category.do?sysparm_parent=6b70abbddb5753849a59ff361d9619b5&amp;sysparm_search=Update%20closed%20Incident%20ticket" TargetMode="Externa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929FE18-29FB-0950-AFEB-6CC8BCF0DAC4}"/>
              </a:ext>
            </a:extLst>
          </p:cNvPr>
          <p:cNvGraphicFramePr>
            <a:graphicFrameLocks noChangeAspect="1"/>
          </p:cNvGraphicFramePr>
          <p:nvPr>
            <p:custDataLst>
              <p:tags r:id="rId1"/>
            </p:custDataLst>
            <p:extLst>
              <p:ext uri="{D42A27DB-BD31-4B8C-83A1-F6EECF244321}">
                <p14:modId xmlns:p14="http://schemas.microsoft.com/office/powerpoint/2010/main" val="24449451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B929FE18-29FB-0950-AFEB-6CC8BCF0DAC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p:cNvSpPr>
            <a:spLocks noGrp="1"/>
          </p:cNvSpPr>
          <p:nvPr>
            <p:ph type="body" sz="quarter" idx="10"/>
          </p:nvPr>
        </p:nvSpPr>
        <p:spPr>
          <a:xfrm>
            <a:off x="2046124" y="970296"/>
            <a:ext cx="6692359" cy="415499"/>
          </a:xfrm>
        </p:spPr>
        <p:txBody>
          <a:bodyPr/>
          <a:lstStyle/>
          <a:p>
            <a:pPr>
              <a:buClr>
                <a:srgbClr val="FFCC00"/>
              </a:buClr>
            </a:pPr>
            <a:r>
              <a:rPr lang="en-US" altLang="en-US" dirty="0"/>
              <a:t>To measure the percentage of Tickets that passed quality check by Service Quality Team and ticket quality is good with no update/change required &gt;2 hours after ticket resolution. </a:t>
            </a:r>
            <a:r>
              <a:rPr lang="en-US" altLang="en-US" sz="900" dirty="0"/>
              <a:t>2 hours buffer is to give user time to enter quality information after restoring the service, and not to deter user from resolving ticket (thus impacting resolution time) due to data quality concern. </a:t>
            </a:r>
            <a:endParaRPr lang="en-US" altLang="en-US" dirty="0"/>
          </a:p>
          <a:p>
            <a:pPr>
              <a:buClr>
                <a:srgbClr val="FFCC00"/>
              </a:buClr>
            </a:pPr>
            <a:endParaRPr lang="en-US" altLang="en-US" dirty="0"/>
          </a:p>
        </p:txBody>
      </p:sp>
      <p:sp>
        <p:nvSpPr>
          <p:cNvPr id="7" name="Text Placeholder 6"/>
          <p:cNvSpPr>
            <a:spLocks noGrp="1"/>
          </p:cNvSpPr>
          <p:nvPr>
            <p:ph type="body" sz="quarter" idx="12"/>
          </p:nvPr>
        </p:nvSpPr>
        <p:spPr>
          <a:xfrm>
            <a:off x="2046124" y="4320139"/>
            <a:ext cx="2208121" cy="126958"/>
          </a:xfrm>
        </p:spPr>
        <p:txBody>
          <a:bodyPr/>
          <a:lstStyle/>
          <a:p>
            <a:pPr lvl="1"/>
            <a:r>
              <a:rPr lang="en-US" sz="825">
                <a:solidFill>
                  <a:srgbClr val="000000"/>
                </a:solidFill>
              </a:rPr>
              <a:t>Global Service Now, Service Reporter</a:t>
            </a:r>
          </a:p>
        </p:txBody>
      </p:sp>
      <p:sp>
        <p:nvSpPr>
          <p:cNvPr id="8" name="Text Placeholder 7"/>
          <p:cNvSpPr>
            <a:spLocks noGrp="1"/>
          </p:cNvSpPr>
          <p:nvPr>
            <p:ph type="body" sz="quarter" idx="14"/>
          </p:nvPr>
        </p:nvSpPr>
        <p:spPr/>
        <p:txBody>
          <a:bodyPr/>
          <a:lstStyle/>
          <a:p>
            <a:endParaRPr lang="en-US" dirty="0">
              <a:solidFill>
                <a:srgbClr val="000000"/>
              </a:solidFill>
            </a:endParaRPr>
          </a:p>
        </p:txBody>
      </p:sp>
      <p:sp>
        <p:nvSpPr>
          <p:cNvPr id="9" name="Text Placeholder 8"/>
          <p:cNvSpPr>
            <a:spLocks noGrp="1"/>
          </p:cNvSpPr>
          <p:nvPr>
            <p:ph type="body" sz="quarter" idx="16"/>
          </p:nvPr>
        </p:nvSpPr>
        <p:spPr>
          <a:xfrm>
            <a:off x="466231" y="1720123"/>
            <a:ext cx="1293738" cy="138500"/>
          </a:xfrm>
        </p:spPr>
        <p:txBody>
          <a:bodyPr/>
          <a:lstStyle/>
          <a:p>
            <a:r>
              <a:rPr lang="en-US" dirty="0"/>
              <a:t>2024_01</a:t>
            </a:r>
          </a:p>
        </p:txBody>
      </p:sp>
      <p:sp>
        <p:nvSpPr>
          <p:cNvPr id="10" name="Text Placeholder 9"/>
          <p:cNvSpPr>
            <a:spLocks noGrp="1"/>
          </p:cNvSpPr>
          <p:nvPr>
            <p:ph type="body" sz="quarter" idx="17"/>
          </p:nvPr>
        </p:nvSpPr>
        <p:spPr>
          <a:xfrm>
            <a:off x="458280" y="916949"/>
            <a:ext cx="1463040" cy="276999"/>
          </a:xfrm>
        </p:spPr>
        <p:txBody>
          <a:bodyPr/>
          <a:lstStyle/>
          <a:p>
            <a:pPr defTabSz="658416">
              <a:lnSpc>
                <a:spcPct val="100000"/>
              </a:lnSpc>
              <a:spcAft>
                <a:spcPts val="0"/>
              </a:spcAft>
              <a:buClr>
                <a:srgbClr val="FFCC00"/>
              </a:buClr>
            </a:pPr>
            <a:r>
              <a:rPr lang="en-US" dirty="0"/>
              <a:t>Emergency Incident with Good Quality Right First Time</a:t>
            </a:r>
            <a:endParaRPr lang="en-US" b="0" dirty="0">
              <a:solidFill>
                <a:srgbClr val="000000"/>
              </a:solidFill>
            </a:endParaRPr>
          </a:p>
        </p:txBody>
      </p:sp>
      <p:sp>
        <p:nvSpPr>
          <p:cNvPr id="5" name="Title 4"/>
          <p:cNvSpPr>
            <a:spLocks noGrp="1"/>
          </p:cNvSpPr>
          <p:nvPr>
            <p:ph type="title"/>
          </p:nvPr>
        </p:nvSpPr>
        <p:spPr>
          <a:xfrm>
            <a:off x="409496" y="156065"/>
            <a:ext cx="6237000" cy="525983"/>
          </a:xfrm>
        </p:spPr>
        <p:txBody>
          <a:bodyPr vert="horz"/>
          <a:lstStyle/>
          <a:p>
            <a:r>
              <a:rPr lang="en-US" dirty="0"/>
              <a:t>Emergency Incident with Good Quality Right First Time</a:t>
            </a:r>
          </a:p>
        </p:txBody>
      </p:sp>
      <p:sp>
        <p:nvSpPr>
          <p:cNvPr id="12" name="Text Placeholder 11"/>
          <p:cNvSpPr>
            <a:spLocks noGrp="1"/>
          </p:cNvSpPr>
          <p:nvPr>
            <p:ph type="body" sz="quarter" idx="19"/>
          </p:nvPr>
        </p:nvSpPr>
        <p:spPr>
          <a:xfrm>
            <a:off x="5333877" y="4314368"/>
            <a:ext cx="2576128" cy="138500"/>
          </a:xfrm>
        </p:spPr>
        <p:txBody>
          <a:bodyPr/>
          <a:lstStyle/>
          <a:p>
            <a:r>
              <a:rPr lang="cs-CZ"/>
              <a:t>Daily</a:t>
            </a:r>
            <a:endParaRPr lang="en-US"/>
          </a:p>
        </p:txBody>
      </p:sp>
      <mc:AlternateContent xmlns:mc="http://schemas.openxmlformats.org/markup-compatibility/2006" xmlns:a14="http://schemas.microsoft.com/office/drawing/2010/main">
        <mc:Choice Requires="a14">
          <p:sp>
            <p:nvSpPr>
              <p:cNvPr id="13" name="Text Placeholder 12"/>
              <p:cNvSpPr>
                <a:spLocks noGrp="1"/>
              </p:cNvSpPr>
              <p:nvPr>
                <p:ph type="body" sz="quarter" idx="20"/>
              </p:nvPr>
            </p:nvSpPr>
            <p:spPr>
              <a:xfrm>
                <a:off x="2046123" y="1720123"/>
                <a:ext cx="6747584" cy="283489"/>
              </a:xfrm>
            </p:spPr>
            <p:txBody>
              <a:bodyPr/>
              <a:lstStyle/>
              <a:p>
                <a:pPr/>
                <a14:m>
                  <m:oMathPara xmlns:m="http://schemas.openxmlformats.org/officeDocument/2006/math">
                    <m:oMathParaPr>
                      <m:jc m:val="centerGroup"/>
                    </m:oMathParaPr>
                    <m:oMath xmlns:m="http://schemas.openxmlformats.org/officeDocument/2006/math">
                      <m:r>
                        <a:rPr lang="en-US" sz="825" i="1">
                          <a:latin typeface="Cambria Math"/>
                        </a:rPr>
                        <m:t>𝑅𝑒𝑠𝑢𝑙𝑡</m:t>
                      </m:r>
                      <m:r>
                        <a:rPr lang="en-US" sz="825" i="1">
                          <a:latin typeface="Cambria Math"/>
                        </a:rPr>
                        <m:t>[%]=</m:t>
                      </m:r>
                      <m:f>
                        <m:fPr>
                          <m:ctrlPr>
                            <a:rPr lang="en-US" sz="825" i="1">
                              <a:latin typeface="Cambria Math" panose="02040503050406030204" pitchFamily="18" charset="0"/>
                            </a:rPr>
                          </m:ctrlPr>
                        </m:fPr>
                        <m:num>
                          <m:r>
                            <m:rPr>
                              <m:nor/>
                            </m:rPr>
                            <a:rPr lang="en-US" altLang="en-US" sz="825" dirty="0"/>
                            <m:t># </m:t>
                          </m:r>
                          <m:r>
                            <m:rPr>
                              <m:nor/>
                            </m:rPr>
                            <a:rPr lang="en-US" altLang="en-US" sz="825" dirty="0"/>
                            <m:t>of</m:t>
                          </m:r>
                          <m:r>
                            <m:rPr>
                              <m:nor/>
                            </m:rPr>
                            <a:rPr lang="en-US" altLang="en-US" sz="825" dirty="0"/>
                            <m:t> [</m:t>
                          </m:r>
                          <m:r>
                            <m:rPr>
                              <m:nor/>
                            </m:rPr>
                            <a:rPr lang="en-US" altLang="en-US" sz="825" b="0" i="1" dirty="0" smtClean="0"/>
                            <m:t>Ticket</m:t>
                          </m:r>
                          <m:r>
                            <m:rPr>
                              <m:nor/>
                            </m:rPr>
                            <a:rPr lang="en-US" altLang="en-US" sz="825" b="0" i="1" dirty="0" smtClean="0"/>
                            <m:t> </m:t>
                          </m:r>
                          <m:r>
                            <m:rPr>
                              <m:nor/>
                            </m:rPr>
                            <a:rPr lang="en-US" altLang="en-US" sz="825" b="0" i="1" dirty="0" smtClean="0"/>
                            <m:t>with</m:t>
                          </m:r>
                          <m:r>
                            <m:rPr>
                              <m:nor/>
                            </m:rPr>
                            <a:rPr lang="en-US" altLang="en-US" sz="825" b="0" i="1" dirty="0" smtClean="0"/>
                            <m:t> </m:t>
                          </m:r>
                          <m:r>
                            <m:rPr>
                              <m:nor/>
                            </m:rPr>
                            <a:rPr lang="en-US" altLang="en-US" sz="825" b="0" i="1" dirty="0" smtClean="0"/>
                            <m:t>Good</m:t>
                          </m:r>
                          <m:r>
                            <m:rPr>
                              <m:nor/>
                            </m:rPr>
                            <a:rPr lang="en-US" altLang="en-US" sz="825" b="0" i="1" dirty="0" smtClean="0"/>
                            <m:t> </m:t>
                          </m:r>
                          <m:r>
                            <m:rPr>
                              <m:nor/>
                            </m:rPr>
                            <a:rPr lang="en-US" altLang="en-US" sz="825" b="0" i="1" dirty="0" smtClean="0"/>
                            <m:t>Quality</m:t>
                          </m:r>
                          <m:r>
                            <m:rPr>
                              <m:nor/>
                            </m:rPr>
                            <a:rPr lang="en-US" altLang="en-US" sz="825" b="0" i="0" dirty="0" smtClean="0"/>
                            <m:t> </m:t>
                          </m:r>
                          <m:r>
                            <m:rPr>
                              <m:nor/>
                            </m:rPr>
                            <a:rPr lang="en-US" altLang="en-US" sz="825" b="0" i="0" dirty="0" smtClean="0"/>
                            <m:t>Right</m:t>
                          </m:r>
                          <m:r>
                            <m:rPr>
                              <m:nor/>
                            </m:rPr>
                            <a:rPr lang="en-US" altLang="en-US" sz="825" b="0" i="0" dirty="0" smtClean="0"/>
                            <m:t> </m:t>
                          </m:r>
                          <m:r>
                            <m:rPr>
                              <m:nor/>
                            </m:rPr>
                            <a:rPr lang="en-US" altLang="en-US" sz="825" b="0" i="0" dirty="0" smtClean="0"/>
                            <m:t>First</m:t>
                          </m:r>
                          <m:r>
                            <m:rPr>
                              <m:nor/>
                            </m:rPr>
                            <a:rPr lang="en-US" altLang="en-US" sz="825" b="0" i="0" dirty="0" smtClean="0"/>
                            <m:t> </m:t>
                          </m:r>
                          <m:r>
                            <m:rPr>
                              <m:nor/>
                            </m:rPr>
                            <a:rPr lang="en-US" altLang="en-US" sz="825" b="0" i="0" dirty="0" smtClean="0"/>
                            <m:t>Time</m:t>
                          </m:r>
                          <m:r>
                            <m:rPr>
                              <m:nor/>
                            </m:rPr>
                            <a:rPr lang="en-US" altLang="en-US" sz="825" dirty="0"/>
                            <m:t>]</m:t>
                          </m:r>
                          <m:r>
                            <a:rPr lang="en-US" altLang="en-US" sz="825" i="1" dirty="0" smtClean="0">
                              <a:latin typeface="Cambria Math" panose="02040503050406030204" pitchFamily="18" charset="0"/>
                            </a:rPr>
                            <m:t> </m:t>
                          </m:r>
                        </m:num>
                        <m:den>
                          <m:r>
                            <m:rPr>
                              <m:nor/>
                            </m:rPr>
                            <a:rPr lang="en-US" altLang="en-US" sz="825" dirty="0"/>
                            <m:t># </m:t>
                          </m:r>
                          <m:r>
                            <m:rPr>
                              <m:nor/>
                            </m:rPr>
                            <a:rPr lang="en-US" altLang="en-US" sz="825" dirty="0"/>
                            <m:t>of</m:t>
                          </m:r>
                          <m:r>
                            <m:rPr>
                              <m:nor/>
                            </m:rPr>
                            <a:rPr lang="en-US" altLang="en-US" sz="825" dirty="0"/>
                            <m:t> [</m:t>
                          </m:r>
                          <m:r>
                            <m:rPr>
                              <m:nor/>
                            </m:rPr>
                            <a:rPr lang="en-US" altLang="en-US" sz="825" b="0" i="1" dirty="0" smtClean="0"/>
                            <m:t>Tickets</m:t>
                          </m:r>
                          <m:r>
                            <m:rPr>
                              <m:nor/>
                            </m:rPr>
                            <a:rPr lang="en-US" altLang="en-US" sz="825" b="0" i="1" dirty="0" smtClean="0"/>
                            <m:t> </m:t>
                          </m:r>
                          <m:r>
                            <m:rPr>
                              <m:nor/>
                            </m:rPr>
                            <a:rPr lang="en-US" altLang="en-US" sz="825" b="0" i="1" dirty="0" smtClean="0"/>
                            <m:t>Reviewed</m:t>
                          </m:r>
                          <m:r>
                            <m:rPr>
                              <m:nor/>
                            </m:rPr>
                            <a:rPr lang="en-US" altLang="en-US" sz="825" dirty="0"/>
                            <m:t>]</m:t>
                          </m:r>
                        </m:den>
                      </m:f>
                    </m:oMath>
                  </m:oMathPara>
                </a14:m>
                <a:endParaRPr lang="en-US" sz="825" dirty="0"/>
              </a:p>
            </p:txBody>
          </p:sp>
        </mc:Choice>
        <mc:Fallback xmlns="">
          <p:sp>
            <p:nvSpPr>
              <p:cNvPr id="13" name="Text Placeholder 12"/>
              <p:cNvSpPr>
                <a:spLocks noGrp="1" noRot="1" noChangeAspect="1" noMove="1" noResize="1" noEditPoints="1" noAdjustHandles="1" noChangeArrowheads="1" noChangeShapeType="1" noTextEdit="1"/>
              </p:cNvSpPr>
              <p:nvPr>
                <p:ph type="body" sz="quarter" idx="20"/>
              </p:nvPr>
            </p:nvSpPr>
            <p:spPr>
              <a:xfrm>
                <a:off x="2046123" y="1720123"/>
                <a:ext cx="6747584" cy="283489"/>
              </a:xfrm>
              <a:blipFill>
                <a:blip r:embed="rId5"/>
                <a:stretch>
                  <a:fillRect t="-6250" b="-4167"/>
                </a:stretch>
              </a:blipFill>
            </p:spPr>
            <p:txBody>
              <a:bodyPr/>
              <a:lstStyle/>
              <a:p>
                <a:r>
                  <a:rPr lang="en-US">
                    <a:noFill/>
                  </a:rPr>
                  <a:t> </a:t>
                </a:r>
              </a:p>
            </p:txBody>
          </p:sp>
        </mc:Fallback>
      </mc:AlternateContent>
      <p:sp>
        <p:nvSpPr>
          <p:cNvPr id="14" name="Text Placeholder 13"/>
          <p:cNvSpPr>
            <a:spLocks noGrp="1"/>
          </p:cNvSpPr>
          <p:nvPr>
            <p:ph type="body" sz="quarter" idx="21"/>
          </p:nvPr>
        </p:nvSpPr>
        <p:spPr>
          <a:xfrm>
            <a:off x="466231" y="2327514"/>
            <a:ext cx="1409764" cy="276999"/>
          </a:xfrm>
        </p:spPr>
        <p:txBody>
          <a:bodyPr/>
          <a:lstStyle/>
          <a:p>
            <a:r>
              <a:rPr lang="en-US" dirty="0">
                <a:solidFill>
                  <a:srgbClr val="000000"/>
                </a:solidFill>
              </a:rPr>
              <a:t>Manoj Menon, ISQ</a:t>
            </a:r>
          </a:p>
        </p:txBody>
      </p:sp>
      <p:sp>
        <p:nvSpPr>
          <p:cNvPr id="15" name="Text Placeholder 14"/>
          <p:cNvSpPr>
            <a:spLocks noGrp="1"/>
          </p:cNvSpPr>
          <p:nvPr>
            <p:ph type="body" sz="quarter" idx="22"/>
          </p:nvPr>
        </p:nvSpPr>
        <p:spPr>
          <a:xfrm>
            <a:off x="466231" y="3253639"/>
            <a:ext cx="1293739" cy="276999"/>
          </a:xfrm>
        </p:spPr>
        <p:txBody>
          <a:bodyPr/>
          <a:lstStyle/>
          <a:p>
            <a:r>
              <a:rPr lang="en-US" dirty="0"/>
              <a:t>Esther Hong, </a:t>
            </a:r>
            <a:r>
              <a:rPr lang="en-US" b="0" dirty="0"/>
              <a:t>Service Quality</a:t>
            </a:r>
          </a:p>
        </p:txBody>
      </p:sp>
      <p:sp>
        <p:nvSpPr>
          <p:cNvPr id="18" name="Text Placeholder 10"/>
          <p:cNvSpPr txBox="1">
            <a:spLocks/>
          </p:cNvSpPr>
          <p:nvPr/>
        </p:nvSpPr>
        <p:spPr bwMode="auto">
          <a:xfrm>
            <a:off x="1929271" y="2029127"/>
            <a:ext cx="6747584" cy="186974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7160" tIns="68580" rIns="0" bIns="0" numCol="1" anchor="t" anchorCtr="0" compatLnSpc="1">
            <a:prstTxWarp prst="textNoShape">
              <a:avLst/>
            </a:prstTxWarp>
            <a:spAutoFit/>
          </a:bodyPr>
          <a:lstStyle>
            <a:lvl1pPr marL="0" indent="0" algn="l" defTabSz="913526" rtl="0" eaLnBrk="1" fontAlgn="base" hangingPunct="1">
              <a:spcBef>
                <a:spcPct val="0"/>
              </a:spcBef>
              <a:spcAft>
                <a:spcPct val="0"/>
              </a:spcAft>
              <a:buClr>
                <a:schemeClr val="tx2"/>
              </a:buClr>
              <a:defRPr sz="1200" baseline="0">
                <a:solidFill>
                  <a:schemeClr val="tx1"/>
                </a:solidFill>
                <a:latin typeface="+mn-lt"/>
                <a:ea typeface="Arial Unicode MS" pitchFamily="34" charset="-128"/>
                <a:cs typeface="Arial Unicode MS" pitchFamily="34" charset="-128"/>
              </a:defRPr>
            </a:lvl1pPr>
            <a:lvl2pPr marL="197607" indent="-195987" algn="l" defTabSz="913526" rtl="0" eaLnBrk="1" fontAlgn="base" hangingPunct="1">
              <a:spcBef>
                <a:spcPct val="0"/>
              </a:spcBef>
              <a:spcAft>
                <a:spcPct val="0"/>
              </a:spcAft>
              <a:buClr>
                <a:srgbClr val="FFC000"/>
              </a:buClr>
              <a:buSzPct val="125000"/>
              <a:buFont typeface="Arial" panose="020B0604020202020204" pitchFamily="34" charset="0"/>
              <a:buChar char="■"/>
              <a:defRPr sz="1200" baseline="0">
                <a:solidFill>
                  <a:schemeClr val="tx1"/>
                </a:solidFill>
                <a:latin typeface="+mn-lt"/>
                <a:ea typeface="Arial Unicode MS" pitchFamily="34" charset="-128"/>
                <a:cs typeface="Arial Unicode MS" pitchFamily="34" charset="-128"/>
              </a:defRPr>
            </a:lvl2pPr>
            <a:lvl3pPr marL="441325" indent="-242888" algn="l" defTabSz="913526" rtl="0" eaLnBrk="1" fontAlgn="base" hangingPunct="1">
              <a:spcBef>
                <a:spcPct val="0"/>
              </a:spcBef>
              <a:spcAft>
                <a:spcPct val="0"/>
              </a:spcAft>
              <a:buClr>
                <a:srgbClr val="FFC000"/>
              </a:buClr>
              <a:buSzPct val="120000"/>
              <a:buFont typeface="Arial" charset="0"/>
              <a:buChar char="–"/>
              <a:defRPr sz="1200" baseline="0">
                <a:solidFill>
                  <a:schemeClr val="tx1"/>
                </a:solidFill>
                <a:latin typeface="+mn-lt"/>
                <a:ea typeface="Arial Unicode MS" pitchFamily="34" charset="-128"/>
                <a:cs typeface="Arial Unicode MS" pitchFamily="34" charset="-128"/>
              </a:defRPr>
            </a:lvl3pPr>
            <a:lvl4pPr marL="600075" indent="-166688" algn="l" defTabSz="913526" rtl="0" eaLnBrk="1" fontAlgn="base" hangingPunct="1">
              <a:spcBef>
                <a:spcPct val="0"/>
              </a:spcBef>
              <a:spcAft>
                <a:spcPct val="0"/>
              </a:spcAft>
              <a:buClr>
                <a:srgbClr val="FFC000"/>
              </a:buClr>
              <a:buSzPct val="115000"/>
              <a:buFont typeface="Arial" pitchFamily="34" charset="0"/>
              <a:buChar char="•"/>
              <a:defRPr sz="1200" baseline="0">
                <a:solidFill>
                  <a:schemeClr val="tx1"/>
                </a:solidFill>
                <a:latin typeface="+mn-lt"/>
                <a:ea typeface="Arial Unicode MS" pitchFamily="34" charset="-128"/>
                <a:cs typeface="Arial Unicode MS" pitchFamily="34" charset="-128"/>
              </a:defRPr>
            </a:lvl4pPr>
            <a:lvl5pPr marL="755650" indent="-147638" algn="l" defTabSz="913526" rtl="0" eaLnBrk="1" fontAlgn="base" hangingPunct="1">
              <a:spcBef>
                <a:spcPct val="0"/>
              </a:spcBef>
              <a:spcAft>
                <a:spcPct val="0"/>
              </a:spcAft>
              <a:buClr>
                <a:srgbClr val="FFC000"/>
              </a:buClr>
              <a:buSzPct val="89000"/>
              <a:buFont typeface="Arial" charset="0"/>
              <a:buChar char="-"/>
              <a:defRPr sz="1200" baseline="0">
                <a:solidFill>
                  <a:schemeClr val="tx1"/>
                </a:solidFill>
                <a:latin typeface="+mn-lt"/>
                <a:ea typeface="Arial Unicode MS" pitchFamily="34" charset="-128"/>
                <a:cs typeface="Arial Unicode MS" pitchFamily="34" charset="-128"/>
              </a:defRPr>
            </a:lvl5pPr>
            <a:lvl6pPr marL="765029" indent="-132818" algn="l" defTabSz="913526"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5029" indent="-132818" algn="l" defTabSz="913526"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5029" indent="-132818" algn="l" defTabSz="913526"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5029" indent="-132818" algn="l" defTabSz="913526"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1620" lvl="1" indent="0">
              <a:buClr>
                <a:srgbClr val="FFCC00"/>
              </a:buClr>
              <a:buSzTx/>
              <a:buNone/>
            </a:pPr>
            <a:r>
              <a:rPr lang="en-US" altLang="en-US" sz="900" b="1" dirty="0"/>
              <a:t>[# of Tickets Reviewed]</a:t>
            </a:r>
          </a:p>
          <a:p>
            <a:pPr marL="196850" lvl="1" indent="-136525">
              <a:buClr>
                <a:srgbClr val="FFCC00"/>
              </a:buClr>
              <a:buSzTx/>
            </a:pPr>
            <a:r>
              <a:rPr lang="en-US" altLang="en-US" sz="900" dirty="0"/>
              <a:t>Incident Type = Incident</a:t>
            </a:r>
          </a:p>
          <a:p>
            <a:pPr marL="196850" lvl="1" indent="-136525">
              <a:buClr>
                <a:srgbClr val="FFCC00"/>
              </a:buClr>
              <a:buSzTx/>
            </a:pPr>
            <a:r>
              <a:rPr lang="en-US" altLang="en-US" sz="900" dirty="0"/>
              <a:t>Ticket with Tag IN (</a:t>
            </a:r>
            <a:r>
              <a:rPr lang="en-US" sz="900" b="0" i="0" dirty="0">
                <a:solidFill>
                  <a:srgbClr val="000000"/>
                </a:solidFill>
                <a:effectLst/>
              </a:rPr>
              <a:t>SQ-</a:t>
            </a:r>
            <a:r>
              <a:rPr lang="en-US" sz="900" b="0" i="0" dirty="0" err="1">
                <a:solidFill>
                  <a:srgbClr val="000000"/>
                </a:solidFill>
                <a:effectLst/>
              </a:rPr>
              <a:t>QC_Fail</a:t>
            </a:r>
            <a:r>
              <a:rPr lang="en-US" sz="900" b="0" i="0" dirty="0">
                <a:solidFill>
                  <a:srgbClr val="000000"/>
                </a:solidFill>
                <a:effectLst/>
              </a:rPr>
              <a:t>, SQ-</a:t>
            </a:r>
            <a:r>
              <a:rPr lang="en-US" sz="900" b="0" i="0" dirty="0" err="1">
                <a:solidFill>
                  <a:srgbClr val="000000"/>
                </a:solidFill>
                <a:effectLst/>
              </a:rPr>
              <a:t>QC_Pass</a:t>
            </a:r>
            <a:r>
              <a:rPr lang="en-US" sz="900" b="0" i="0" dirty="0">
                <a:solidFill>
                  <a:srgbClr val="000000"/>
                </a:solidFill>
                <a:effectLst/>
              </a:rPr>
              <a:t>)</a:t>
            </a:r>
            <a:endParaRPr lang="en-US" altLang="en-US" sz="900" dirty="0"/>
          </a:p>
          <a:p>
            <a:pPr marL="196850" lvl="1" indent="-136525">
              <a:buClr>
                <a:srgbClr val="FFCC00"/>
              </a:buClr>
              <a:buSzTx/>
            </a:pPr>
            <a:r>
              <a:rPr lang="en-US" altLang="en-US" sz="900" dirty="0">
                <a:solidFill>
                  <a:srgbClr val="000000"/>
                </a:solidFill>
              </a:rPr>
              <a:t>Reporting period : Tickets are grouped based on Incident Resolved Date</a:t>
            </a:r>
          </a:p>
          <a:p>
            <a:pPr marL="1620" lvl="1" indent="0">
              <a:buClr>
                <a:srgbClr val="FFCC00"/>
              </a:buClr>
              <a:buSzTx/>
              <a:buNone/>
            </a:pPr>
            <a:endParaRPr lang="en-US" altLang="en-US" sz="900" b="1" dirty="0"/>
          </a:p>
          <a:p>
            <a:pPr marL="1620" lvl="1" indent="0">
              <a:buClr>
                <a:srgbClr val="FFCC00"/>
              </a:buClr>
              <a:buSzTx/>
              <a:buNone/>
            </a:pPr>
            <a:r>
              <a:rPr lang="en-US" altLang="en-US" sz="900" b="1" dirty="0"/>
              <a:t>[# of Tickets with Good Quality Right First Time]</a:t>
            </a:r>
          </a:p>
          <a:p>
            <a:pPr marL="196850" lvl="1" indent="-136525">
              <a:buClr>
                <a:srgbClr val="FFCC00"/>
              </a:buClr>
              <a:buSzTx/>
            </a:pPr>
            <a:r>
              <a:rPr lang="en-US" altLang="en-US" sz="900" dirty="0"/>
              <a:t>Incident Type = Incident</a:t>
            </a:r>
          </a:p>
          <a:p>
            <a:pPr marL="196850" lvl="1" indent="-136525">
              <a:buClr>
                <a:srgbClr val="FFCC00"/>
              </a:buClr>
              <a:buSzTx/>
            </a:pPr>
            <a:r>
              <a:rPr lang="en-US" altLang="en-US" sz="900" dirty="0"/>
              <a:t>Ticket with Tag = </a:t>
            </a:r>
            <a:r>
              <a:rPr lang="en-US" sz="900" b="0" i="0" dirty="0">
                <a:solidFill>
                  <a:srgbClr val="000000"/>
                </a:solidFill>
                <a:effectLst/>
              </a:rPr>
              <a:t>SQ-</a:t>
            </a:r>
            <a:r>
              <a:rPr lang="en-US" sz="900" b="0" i="0" dirty="0" err="1">
                <a:solidFill>
                  <a:srgbClr val="000000"/>
                </a:solidFill>
                <a:effectLst/>
              </a:rPr>
              <a:t>QC_Pass</a:t>
            </a:r>
            <a:endParaRPr lang="en-US" altLang="en-US" sz="900" dirty="0"/>
          </a:p>
          <a:p>
            <a:pPr marL="196850" lvl="1" indent="-136525">
              <a:buClr>
                <a:srgbClr val="FFCC00"/>
              </a:buClr>
              <a:buSzTx/>
            </a:pPr>
            <a:r>
              <a:rPr lang="en-US" altLang="en-US" sz="900" dirty="0"/>
              <a:t>Ticket with None of the key fields (listed in slide #2) updated &gt; 2 hours after ticket is resolved. If ticket was reopened, use the later resolved date. </a:t>
            </a:r>
          </a:p>
          <a:p>
            <a:pPr marL="176213" lvl="1" indent="0">
              <a:buClr>
                <a:srgbClr val="FFCC00"/>
              </a:buClr>
              <a:buSzTx/>
              <a:buNone/>
            </a:pPr>
            <a:r>
              <a:rPr lang="en-US" altLang="en-US" sz="900" dirty="0"/>
              <a:t>Note : Updates done within 2 hours from resolved date/time is still considered as Right First Time. The additional time is to give </a:t>
            </a:r>
            <a:r>
              <a:rPr lang="en-US" altLang="en-US" sz="900"/>
              <a:t>user time </a:t>
            </a:r>
            <a:r>
              <a:rPr lang="en-US" altLang="en-US" sz="900" dirty="0"/>
              <a:t>to enter quality information after restoring the service, and not to deter user from resolving ticket (thus impacting resolution time) due to data quality concern. </a:t>
            </a:r>
          </a:p>
        </p:txBody>
      </p:sp>
    </p:spTree>
    <p:extLst>
      <p:ext uri="{BB962C8B-B14F-4D97-AF65-F5344CB8AC3E}">
        <p14:creationId xmlns:p14="http://schemas.microsoft.com/office/powerpoint/2010/main" val="850430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9DD31952-F5FB-BB02-A66F-338447F24E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10" name="think-cell data - do not delete" hidden="1">
                        <a:extLst>
                          <a:ext uri="{FF2B5EF4-FFF2-40B4-BE49-F238E27FC236}">
                            <a16:creationId xmlns:a16="http://schemas.microsoft.com/office/drawing/2014/main" id="{9DD31952-F5FB-BB02-A66F-338447F24E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6B6FB23-BFF1-4F14-9E78-7D16429C0629}"/>
              </a:ext>
            </a:extLst>
          </p:cNvPr>
          <p:cNvSpPr>
            <a:spLocks noGrp="1"/>
          </p:cNvSpPr>
          <p:nvPr>
            <p:ph type="title"/>
          </p:nvPr>
        </p:nvSpPr>
        <p:spPr>
          <a:xfrm>
            <a:off x="324000" y="385163"/>
            <a:ext cx="8495999" cy="345087"/>
          </a:xfrm>
        </p:spPr>
        <p:txBody>
          <a:bodyPr vert="horz" anchor="t"/>
          <a:lstStyle/>
          <a:p>
            <a:r>
              <a:rPr lang="en-US" dirty="0"/>
              <a:t>Key GSN Fields in Scope of Quality Review – Emergency Incident</a:t>
            </a:r>
            <a:endParaRPr lang="en-GB" dirty="0"/>
          </a:p>
        </p:txBody>
      </p:sp>
      <p:sp>
        <p:nvSpPr>
          <p:cNvPr id="4" name="Slide Number Placeholder 3">
            <a:extLst>
              <a:ext uri="{FF2B5EF4-FFF2-40B4-BE49-F238E27FC236}">
                <a16:creationId xmlns:a16="http://schemas.microsoft.com/office/drawing/2014/main" id="{639489DB-4CD0-4BAD-A2A5-816B29B79143}"/>
              </a:ext>
            </a:extLst>
          </p:cNvPr>
          <p:cNvSpPr>
            <a:spLocks noGrp="1"/>
          </p:cNvSpPr>
          <p:nvPr>
            <p:ph type="sldNum" sz="quarter" idx="11"/>
          </p:nvPr>
        </p:nvSpPr>
        <p:spPr/>
        <p:txBody>
          <a:bodyPr/>
          <a:lstStyle/>
          <a:p>
            <a:fld id="{C2245BC1-4D7B-4ED3-8F01-840FA35126C6}" type="slidenum">
              <a:rPr lang="en-US" smtClean="0"/>
              <a:pPr/>
              <a:t>2</a:t>
            </a:fld>
            <a:endParaRPr lang="en-US"/>
          </a:p>
        </p:txBody>
      </p:sp>
      <p:graphicFrame>
        <p:nvGraphicFramePr>
          <p:cNvPr id="9" name="Table 10">
            <a:extLst>
              <a:ext uri="{FF2B5EF4-FFF2-40B4-BE49-F238E27FC236}">
                <a16:creationId xmlns:a16="http://schemas.microsoft.com/office/drawing/2014/main" id="{EC56CB56-DF7F-61CE-8EA8-48F2F7A6C5A1}"/>
              </a:ext>
            </a:extLst>
          </p:cNvPr>
          <p:cNvGraphicFramePr>
            <a:graphicFrameLocks noGrp="1"/>
          </p:cNvGraphicFramePr>
          <p:nvPr>
            <p:ph sz="quarter" idx="14"/>
          </p:nvPr>
        </p:nvGraphicFramePr>
        <p:xfrm>
          <a:off x="323999" y="911067"/>
          <a:ext cx="4993788" cy="3389609"/>
        </p:xfrm>
        <a:graphic>
          <a:graphicData uri="http://schemas.openxmlformats.org/drawingml/2006/table">
            <a:tbl>
              <a:tblPr firstRow="1" bandRow="1">
                <a:tableStyleId>{F2DE63D5-997A-4646-A377-4702673A728D}</a:tableStyleId>
              </a:tblPr>
              <a:tblGrid>
                <a:gridCol w="4993788">
                  <a:extLst>
                    <a:ext uri="{9D8B030D-6E8A-4147-A177-3AD203B41FA5}">
                      <a16:colId xmlns:a16="http://schemas.microsoft.com/office/drawing/2014/main" val="2034952395"/>
                    </a:ext>
                  </a:extLst>
                </a:gridCol>
              </a:tblGrid>
              <a:tr h="224941">
                <a:tc>
                  <a:txBody>
                    <a:bodyPr/>
                    <a:lstStyle/>
                    <a:p>
                      <a:r>
                        <a:rPr lang="en-US" sz="1000" dirty="0"/>
                        <a:t>List of Fields</a:t>
                      </a:r>
                    </a:p>
                  </a:txBody>
                  <a:tcPr/>
                </a:tc>
                <a:extLst>
                  <a:ext uri="{0D108BD9-81ED-4DB2-BD59-A6C34878D82A}">
                    <a16:rowId xmlns:a16="http://schemas.microsoft.com/office/drawing/2014/main" val="2394561424"/>
                  </a:ext>
                </a:extLst>
              </a:tr>
              <a:tr h="3135609">
                <a:tc>
                  <a:txBody>
                    <a:bodyPr/>
                    <a:lstStyle/>
                    <a:p>
                      <a:pPr marL="228600" lvl="0" indent="-228600">
                        <a:lnSpc>
                          <a:spcPct val="100000"/>
                        </a:lnSpc>
                        <a:spcAft>
                          <a:spcPts val="300"/>
                        </a:spcAft>
                        <a:buFont typeface="+mj-lt"/>
                        <a:buAutoNum type="arabicPeriod"/>
                      </a:pPr>
                      <a:r>
                        <a:rPr lang="en-US" sz="1000" kern="1200">
                          <a:solidFill>
                            <a:schemeClr val="tx1"/>
                          </a:solidFill>
                          <a:effectLst/>
                          <a:latin typeface="+mn-lt"/>
                          <a:ea typeface="+mn-ea"/>
                          <a:cs typeface="+mn-cs"/>
                        </a:rPr>
                        <a:t>Category Level 1 (dependent on Incident Type)</a:t>
                      </a:r>
                      <a:endParaRPr lang="en-US" sz="1000" kern="1200" dirty="0">
                        <a:solidFill>
                          <a:schemeClr val="tx1"/>
                        </a:solidFill>
                        <a:effectLst/>
                        <a:latin typeface="+mn-lt"/>
                        <a:ea typeface="+mn-ea"/>
                        <a:cs typeface="+mn-cs"/>
                      </a:endParaRPr>
                    </a:p>
                    <a:p>
                      <a:pPr marL="228600" lvl="0" indent="-228600">
                        <a:lnSpc>
                          <a:spcPct val="100000"/>
                        </a:lnSpc>
                        <a:spcAft>
                          <a:spcPts val="300"/>
                        </a:spcAft>
                        <a:buAutoNum type="arabicPeriod"/>
                      </a:pPr>
                      <a:r>
                        <a:rPr lang="en-US" sz="1000" kern="1200">
                          <a:solidFill>
                            <a:schemeClr val="tx1"/>
                          </a:solidFill>
                          <a:effectLst/>
                          <a:latin typeface="+mn-lt"/>
                          <a:ea typeface="+mn-ea"/>
                          <a:cs typeface="+mn-cs"/>
                        </a:rPr>
                        <a:t>Category Level 2 </a:t>
                      </a:r>
                      <a:r>
                        <a:rPr lang="en-US" sz="1000" b="0" i="0" u="none" strike="noStrike" kern="1200" noProof="0">
                          <a:solidFill>
                            <a:schemeClr val="tx1"/>
                          </a:solidFill>
                          <a:effectLst/>
                          <a:latin typeface="Delivery"/>
                        </a:rPr>
                        <a:t>(dependent on Incident Type)</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Closure Code</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Incident Type (Updatable before ticket is closed Read only)</a:t>
                      </a:r>
                    </a:p>
                    <a:p>
                      <a:pPr marL="228600" marR="0" lvl="0" indent="-228600" algn="l" rtl="0" eaLnBrk="1" fontAlgn="auto" latinLnBrk="0" hangingPunct="1">
                        <a:lnSpc>
                          <a:spcPct val="100000"/>
                        </a:lnSpc>
                        <a:spcBef>
                          <a:spcPts val="0"/>
                        </a:spcBef>
                        <a:spcAft>
                          <a:spcPts val="300"/>
                        </a:spcAft>
                        <a:buClrTx/>
                        <a:buSzTx/>
                        <a:buAutoNum type="arabicPeriod"/>
                      </a:pPr>
                      <a:r>
                        <a:rPr lang="en-US" sz="1000" kern="1200" dirty="0">
                          <a:solidFill>
                            <a:schemeClr val="tx1"/>
                          </a:solidFill>
                          <a:effectLst/>
                          <a:latin typeface="+mn-lt"/>
                          <a:ea typeface="+mn-ea"/>
                          <a:cs typeface="+mn-cs"/>
                        </a:rPr>
                        <a:t>Impacted Service </a:t>
                      </a:r>
                      <a:r>
                        <a:rPr lang="en-US" sz="1000" b="0" i="0" u="none" strike="noStrike" kern="1200" noProof="0" dirty="0">
                          <a:solidFill>
                            <a:schemeClr val="tx1"/>
                          </a:solidFill>
                          <a:effectLst/>
                          <a:latin typeface="Delivery"/>
                        </a:rPr>
                        <a:t>(Updatable before ticket is closed Read only)</a:t>
                      </a:r>
                    </a:p>
                    <a:p>
                      <a:pPr marL="228600" marR="0" lvl="0" indent="-228600" algn="l" rtl="0" eaLnBrk="1" fontAlgn="auto" latinLnBrk="0" hangingPunct="1">
                        <a:lnSpc>
                          <a:spcPct val="100000"/>
                        </a:lnSpc>
                        <a:spcBef>
                          <a:spcPts val="0"/>
                        </a:spcBef>
                        <a:spcAft>
                          <a:spcPts val="300"/>
                        </a:spcAft>
                        <a:buClrTx/>
                        <a:buSzTx/>
                        <a:buAutoNum type="arabicPeriod"/>
                      </a:pPr>
                      <a:r>
                        <a:rPr lang="en-US" sz="1000" kern="1200" dirty="0">
                          <a:solidFill>
                            <a:schemeClr val="tx1"/>
                          </a:solidFill>
                          <a:effectLst/>
                          <a:latin typeface="+mn-lt"/>
                          <a:ea typeface="+mn-ea"/>
                          <a:cs typeface="+mn-cs"/>
                        </a:rPr>
                        <a:t>Impacted Area (</a:t>
                      </a:r>
                      <a:r>
                        <a:rPr lang="en-US" sz="1100" b="0" i="0" u="none" strike="noStrike" kern="1200" noProof="0" dirty="0">
                          <a:solidFill>
                            <a:schemeClr val="tx1"/>
                          </a:solidFill>
                          <a:effectLst/>
                          <a:latin typeface="Calibri"/>
                        </a:rPr>
                        <a:t>Dependent on </a:t>
                      </a:r>
                      <a:r>
                        <a:rPr lang="en-US" sz="1100" b="0" i="0" u="none" strike="noStrike" kern="1200" noProof="0" err="1">
                          <a:solidFill>
                            <a:schemeClr val="tx1"/>
                          </a:solidFill>
                          <a:effectLst/>
                          <a:latin typeface="Calibri"/>
                        </a:rPr>
                        <a:t>On</a:t>
                      </a:r>
                      <a:r>
                        <a:rPr lang="en-US" sz="1100" b="0" i="0" u="none" strike="noStrike" kern="1200" noProof="0">
                          <a:solidFill>
                            <a:schemeClr val="tx1"/>
                          </a:solidFill>
                          <a:effectLst/>
                          <a:latin typeface="Calibri"/>
                        </a:rPr>
                        <a:t> Behalf)</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Impacted BU</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Root Cause</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Solution</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Root Cause Service (required, if known)</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Related to Problem (relevant if incident does not have Permanent Fix)</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Change Raised via GSN (relevant if incident is due to change raise via GSN)</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Change Not Raised via GSN (relevant if incident is due to change not raised via GSN)</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Out of Policy</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ITS Proactive</a:t>
                      </a:r>
                    </a:p>
                    <a:p>
                      <a:pPr marL="228600" lvl="0" indent="-228600">
                        <a:lnSpc>
                          <a:spcPct val="100000"/>
                        </a:lnSpc>
                        <a:spcAft>
                          <a:spcPts val="300"/>
                        </a:spcAft>
                        <a:buFont typeface="+mj-lt"/>
                        <a:buAutoNum type="arabicPeriod"/>
                      </a:pPr>
                      <a:r>
                        <a:rPr lang="en-US" sz="1000" kern="1200" dirty="0">
                          <a:solidFill>
                            <a:schemeClr val="tx1"/>
                          </a:solidFill>
                          <a:effectLst/>
                          <a:latin typeface="+mn-lt"/>
                          <a:ea typeface="+mn-ea"/>
                          <a:cs typeface="+mn-cs"/>
                        </a:rPr>
                        <a:t>MoD</a:t>
                      </a:r>
                    </a:p>
                  </a:txBody>
                  <a:tcPr/>
                </a:tc>
                <a:extLst>
                  <a:ext uri="{0D108BD9-81ED-4DB2-BD59-A6C34878D82A}">
                    <a16:rowId xmlns:a16="http://schemas.microsoft.com/office/drawing/2014/main" val="1780813020"/>
                  </a:ext>
                </a:extLst>
              </a:tr>
            </a:tbl>
          </a:graphicData>
        </a:graphic>
      </p:graphicFrame>
      <p:sp>
        <p:nvSpPr>
          <p:cNvPr id="5" name="Footer Placeholder 2">
            <a:extLst>
              <a:ext uri="{FF2B5EF4-FFF2-40B4-BE49-F238E27FC236}">
                <a16:creationId xmlns:a16="http://schemas.microsoft.com/office/drawing/2014/main" id="{71883500-8A7E-00AE-1257-A06C1F0ECCBD}"/>
              </a:ext>
            </a:extLst>
          </p:cNvPr>
          <p:cNvSpPr>
            <a:spLocks noGrp="1"/>
          </p:cNvSpPr>
          <p:nvPr>
            <p:ph type="ftr" sz="quarter" idx="10"/>
          </p:nvPr>
        </p:nvSpPr>
        <p:spPr>
          <a:xfrm>
            <a:off x="323999" y="4803982"/>
            <a:ext cx="8117532" cy="138499"/>
          </a:xfrm>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Delivery"/>
                <a:ea typeface="+mn-ea"/>
                <a:cs typeface="+mn-cs"/>
              </a:rPr>
              <a:t>DHL | </a:t>
            </a:r>
            <a:r>
              <a:rPr lang="en-US" dirty="0">
                <a:solidFill>
                  <a:prstClr val="black"/>
                </a:solidFill>
                <a:latin typeface="Delivery"/>
              </a:rPr>
              <a:t>SQ Data Quality Process – E Incident | March 2024</a:t>
            </a:r>
            <a:endParaRPr kumimoji="0" lang="en-US" sz="900" b="0" i="0" u="none" strike="noStrike" kern="1200" cap="none" spc="0" normalizeH="0" baseline="0" noProof="0" dirty="0">
              <a:ln>
                <a:noFill/>
              </a:ln>
              <a:solidFill>
                <a:prstClr val="black"/>
              </a:solidFill>
              <a:effectLst/>
              <a:uLnTx/>
              <a:uFillTx/>
              <a:latin typeface="Delivery"/>
              <a:ea typeface="+mn-ea"/>
              <a:cs typeface="+mn-cs"/>
            </a:endParaRPr>
          </a:p>
        </p:txBody>
      </p:sp>
      <p:sp>
        <p:nvSpPr>
          <p:cNvPr id="6" name="TextBox 5">
            <a:extLst>
              <a:ext uri="{FF2B5EF4-FFF2-40B4-BE49-F238E27FC236}">
                <a16:creationId xmlns:a16="http://schemas.microsoft.com/office/drawing/2014/main" id="{E6A6159B-BD40-83E0-68DB-5555B4CBC752}"/>
              </a:ext>
            </a:extLst>
          </p:cNvPr>
          <p:cNvSpPr txBox="1"/>
          <p:nvPr/>
        </p:nvSpPr>
        <p:spPr>
          <a:xfrm>
            <a:off x="5413797" y="1390360"/>
            <a:ext cx="3273003" cy="2578130"/>
          </a:xfrm>
          <a:prstGeom prst="rect">
            <a:avLst/>
          </a:prstGeom>
          <a:noFill/>
        </p:spPr>
        <p:txBody>
          <a:bodyPr wrap="square" lIns="0" tIns="0" rIns="0" bIns="0" rtlCol="0" anchor="t">
            <a:noAutofit/>
          </a:bodyPr>
          <a:lstStyle/>
          <a:p>
            <a:pPr>
              <a:lnSpc>
                <a:spcPct val="110000"/>
              </a:lnSpc>
              <a:spcAft>
                <a:spcPts val="500"/>
              </a:spcAft>
            </a:pPr>
            <a:r>
              <a:rPr lang="en-US" sz="1000" dirty="0"/>
              <a:t>Note: </a:t>
            </a:r>
            <a:endParaRPr lang="en-US" sz="1000" dirty="0">
              <a:ea typeface="Delivery"/>
              <a:cs typeface="Delivery"/>
            </a:endParaRPr>
          </a:p>
          <a:p>
            <a:pPr marL="228600" indent="-228600">
              <a:lnSpc>
                <a:spcPct val="110000"/>
              </a:lnSpc>
              <a:spcAft>
                <a:spcPts val="500"/>
              </a:spcAft>
              <a:buFont typeface="Arial"/>
              <a:buChar char="•"/>
            </a:pPr>
            <a:r>
              <a:rPr lang="en-US" sz="1000" dirty="0">
                <a:ea typeface="Delivery"/>
                <a:cs typeface="Delivery"/>
              </a:rPr>
              <a:t>Incident Type &amp; Impacted Service can be updated only in GSN before ticket is Closed Read Only. Changing of values after ticket is closed read only can cause data integrity and consistency issue as change in either of these fields can trigger change in Task SLA, reporting level &amp; target Resolution Time, impacting SLA TRT achievements. </a:t>
            </a:r>
          </a:p>
          <a:p>
            <a:pPr marL="228600" indent="-228600">
              <a:lnSpc>
                <a:spcPct val="110000"/>
              </a:lnSpc>
              <a:spcAft>
                <a:spcPts val="500"/>
              </a:spcAft>
              <a:buFont typeface="Arial"/>
              <a:buChar char="•"/>
            </a:pPr>
            <a:endParaRPr lang="en-US" sz="1000" dirty="0">
              <a:ea typeface="Delivery"/>
              <a:cs typeface="Delivery"/>
            </a:endParaRPr>
          </a:p>
          <a:p>
            <a:pPr marL="228600" indent="-228600">
              <a:lnSpc>
                <a:spcPct val="110000"/>
              </a:lnSpc>
              <a:spcAft>
                <a:spcPts val="500"/>
              </a:spcAft>
              <a:buFont typeface="Arial"/>
              <a:buChar char="•"/>
            </a:pPr>
            <a:r>
              <a:rPr lang="en-US" sz="1000" dirty="0">
                <a:ea typeface="Delivery"/>
                <a:cs typeface="Delivery"/>
              </a:rPr>
              <a:t>If ticket is still open, update directly into GSN ticket</a:t>
            </a:r>
            <a:endParaRPr lang="en-US">
              <a:ea typeface="Delivery"/>
              <a:cs typeface="Delivery"/>
            </a:endParaRPr>
          </a:p>
          <a:p>
            <a:pPr marL="228600" indent="-228600">
              <a:lnSpc>
                <a:spcPct val="110000"/>
              </a:lnSpc>
              <a:spcAft>
                <a:spcPts val="500"/>
              </a:spcAft>
              <a:buFont typeface="Arial"/>
              <a:buChar char="•"/>
            </a:pPr>
            <a:r>
              <a:rPr lang="en-US" sz="1000" dirty="0">
                <a:ea typeface="Delivery"/>
                <a:cs typeface="Delivery"/>
              </a:rPr>
              <a:t>If still is in Closed Read only status, request for change via </a:t>
            </a:r>
            <a:r>
              <a:rPr lang="en-US" sz="1000" dirty="0">
                <a:ea typeface="Delivery"/>
                <a:cs typeface="Delivery"/>
                <a:hlinkClick r:id="rId5"/>
              </a:rPr>
              <a:t>Request IT form</a:t>
            </a:r>
            <a:r>
              <a:rPr lang="en-US" sz="1000" dirty="0">
                <a:ea typeface="Delivery"/>
                <a:cs typeface="Delivery"/>
              </a:rPr>
              <a:t>. (Form to be updated)</a:t>
            </a:r>
          </a:p>
          <a:p>
            <a:pPr>
              <a:lnSpc>
                <a:spcPct val="110000"/>
              </a:lnSpc>
              <a:spcAft>
                <a:spcPts val="500"/>
              </a:spcAft>
            </a:pPr>
            <a:endParaRPr lang="en-US" sz="1000" dirty="0">
              <a:ea typeface="Delivery"/>
              <a:cs typeface="Delivery"/>
            </a:endParaRPr>
          </a:p>
          <a:p>
            <a:pPr>
              <a:lnSpc>
                <a:spcPct val="110000"/>
              </a:lnSpc>
              <a:spcAft>
                <a:spcPts val="500"/>
              </a:spcAft>
            </a:pPr>
            <a:r>
              <a:rPr lang="en-US" sz="1000" dirty="0">
                <a:ea typeface="Delivery"/>
                <a:cs typeface="Delivery"/>
              </a:rPr>
              <a:t>I</a:t>
            </a:r>
          </a:p>
        </p:txBody>
      </p:sp>
    </p:spTree>
    <p:extLst>
      <p:ext uri="{BB962C8B-B14F-4D97-AF65-F5344CB8AC3E}">
        <p14:creationId xmlns:p14="http://schemas.microsoft.com/office/powerpoint/2010/main" val="26263057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Nrb6e8YCdXLpb9wckcScD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Nrb6e8YCdXLpb9wckcScD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P9zDDC09a53Ko53PO9EPR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HL_GBS">
  <a:themeElements>
    <a:clrScheme name="DPDHL">
      <a:dk1>
        <a:sysClr val="windowText" lastClr="000000"/>
      </a:dk1>
      <a:lt1>
        <a:sysClr val="window" lastClr="FFFFFF"/>
      </a:lt1>
      <a:dk2>
        <a:srgbClr val="B2B2B2"/>
      </a:dk2>
      <a:lt2>
        <a:srgbClr val="E5E5E5"/>
      </a:lt2>
      <a:accent1>
        <a:srgbClr val="8C8C8C"/>
      </a:accent1>
      <a:accent2>
        <a:srgbClr val="666666"/>
      </a:accent2>
      <a:accent3>
        <a:srgbClr val="FFCC00"/>
      </a:accent3>
      <a:accent4>
        <a:srgbClr val="D40511"/>
      </a:accent4>
      <a:accent5>
        <a:srgbClr val="EBEBEB"/>
      </a:accent5>
      <a:accent6>
        <a:srgbClr val="F2F2F2"/>
      </a:accent6>
      <a:hlink>
        <a:srgbClr val="000000"/>
      </a:hlink>
      <a:folHlink>
        <a:srgbClr val="000000"/>
      </a:folHlink>
    </a:clrScheme>
    <a:fontScheme name="DPDHL">
      <a:majorFont>
        <a:latin typeface="Delivery"/>
        <a:ea typeface=""/>
        <a:cs typeface=""/>
      </a:majorFont>
      <a:minorFont>
        <a:latin typeface="Deliver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72000" tIns="36000" rIns="72000" bIns="36000" rtlCol="0" anchor="t">
        <a:noAutofit/>
      </a:bodyPr>
      <a:lstStyle>
        <a:defPPr algn="l">
          <a:defRPr sz="12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110000"/>
          </a:lnSpc>
          <a:spcAft>
            <a:spcPts val="500"/>
          </a:spcAft>
          <a:defRPr sz="1200" dirty="0" err="1" smtClean="0"/>
        </a:defPPr>
      </a:lstStyle>
    </a:txDef>
  </a:objectDefaults>
  <a:extraClrSchemeLst/>
  <a:custClrLst>
    <a:custClr name="100% Postyellow">
      <a:srgbClr val="FFCC00"/>
    </a:custClr>
    <a:custClr name="70% Postyellow">
      <a:srgbClr val="FFDB4C"/>
    </a:custClr>
    <a:custClr name="50% Postyellow">
      <a:srgbClr val="FFE57F"/>
    </a:custClr>
    <a:custClr name="30% Postyellow">
      <a:srgbClr val="FFF0B2"/>
    </a:custClr>
    <a:custClr name="20% Postyellow">
      <a:srgbClr val="FFF5CC"/>
    </a:custClr>
    <a:custClr name="None">
      <a:srgbClr val="FFFFFF"/>
    </a:custClr>
    <a:custClr name="Dark Green">
      <a:srgbClr val="007C39"/>
    </a:custClr>
    <a:custClr name="65% Postyellow">
      <a:srgbClr val="FFDE59"/>
    </a:custClr>
    <a:custClr name="None">
      <a:srgbClr val="FFFFFF"/>
    </a:custClr>
    <a:custClr name="None">
      <a:srgbClr val="FFFFFF"/>
    </a:custClr>
    <a:custClr name="Gray 80">
      <a:srgbClr val="333333"/>
    </a:custClr>
    <a:custClr name="Gray 60">
      <a:srgbClr val="666666"/>
    </a:custClr>
    <a:custClr name="Gray 45">
      <a:srgbClr val="8C8C8C"/>
    </a:custClr>
    <a:custClr name="Gray 30">
      <a:srgbClr val="B2B2B2"/>
    </a:custClr>
    <a:custClr name="Gray 20">
      <a:srgbClr val="CCCCCC"/>
    </a:custClr>
    <a:custClr name="Gray 10">
      <a:srgbClr val="E6E6E6"/>
    </a:custClr>
    <a:custClr name="Gray 08">
      <a:srgbClr val="EBEBEB"/>
    </a:custClr>
    <a:custClr name="Gray 05">
      <a:srgbClr val="F2F2F2"/>
    </a:custClr>
    <a:custClr name="None">
      <a:srgbClr val="FFFFFF"/>
    </a:custClr>
    <a:custClr name="None">
      <a:srgbClr val="FFFFFF"/>
    </a:custClr>
  </a:custClrLst>
  <a:extLst>
    <a:ext uri="{05A4C25C-085E-4340-85A3-A5531E510DB2}">
      <thm15:themeFamily xmlns:thm15="http://schemas.microsoft.com/office/thememl/2012/main" name="DHL_GBS.potx" id="{95E8690D-93FB-4DB9-BE03-E91910F7C7F9}" vid="{4AD76293-FDC9-4A57-9FBA-96073EA34286}"/>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86e9c9c-bb5f-434d-94eb-fbbfe428429d">
      <Terms xmlns="http://schemas.microsoft.com/office/infopath/2007/PartnerControls"/>
    </lcf76f155ced4ddcb4097134ff3c332f>
    <TaxCatchAll xmlns="49c25601-828a-4ef6-8982-29415328ca4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53D862591723442B2527A34C9F76E98" ma:contentTypeVersion="11" ma:contentTypeDescription="Create a new document." ma:contentTypeScope="" ma:versionID="7e1e4c2d8c276ec6b0a59bc962a2e7fa">
  <xsd:schema xmlns:xsd="http://www.w3.org/2001/XMLSchema" xmlns:xs="http://www.w3.org/2001/XMLSchema" xmlns:p="http://schemas.microsoft.com/office/2006/metadata/properties" xmlns:ns2="e86e9c9c-bb5f-434d-94eb-fbbfe428429d" xmlns:ns3="49c25601-828a-4ef6-8982-29415328ca49" targetNamespace="http://schemas.microsoft.com/office/2006/metadata/properties" ma:root="true" ma:fieldsID="88b54ed4dfee9fb984e49405858f1711" ns2:_="" ns3:_="">
    <xsd:import namespace="e86e9c9c-bb5f-434d-94eb-fbbfe428429d"/>
    <xsd:import namespace="49c25601-828a-4ef6-8982-29415328ca49"/>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2:lcf76f155ced4ddcb4097134ff3c332f" minOccurs="0"/>
                <xsd:element ref="ns3:TaxCatchAl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6e9c9c-bb5f-434d-94eb-fbbfe42842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b9e2a73-f419-4c44-99f5-cd310bbfdd7d" ma:termSetId="09814cd3-568e-fe90-9814-8d621ff8fb84" ma:anchorId="fba54fb3-c3e1-fe81-a776-ca4b69148c4d" ma:open="true" ma:isKeyword="false">
      <xsd:complexType>
        <xsd:sequence>
          <xsd:element ref="pc:Terms" minOccurs="0" maxOccurs="1"/>
        </xsd:sequence>
      </xsd:complex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9c25601-828a-4ef6-8982-29415328ca4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9773ee66-f3e9-4763-af97-84c4bc05f02c}" ma:internalName="TaxCatchAll" ma:showField="CatchAllData" ma:web="49c25601-828a-4ef6-8982-29415328ca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0BC39A-6935-4200-A303-5FB062416ADD}">
  <ds:schemaRefs>
    <ds:schemaRef ds:uri="http://schemas.microsoft.com/sharepoint/v3/contenttype/forms"/>
  </ds:schemaRefs>
</ds:datastoreItem>
</file>

<file path=customXml/itemProps2.xml><?xml version="1.0" encoding="utf-8"?>
<ds:datastoreItem xmlns:ds="http://schemas.openxmlformats.org/officeDocument/2006/customXml" ds:itemID="{EFF59791-6C53-4786-9363-973FD11A0BE3}">
  <ds:schemaRefs>
    <ds:schemaRef ds:uri="http://schemas.microsoft.com/office/2006/metadata/properties"/>
    <ds:schemaRef ds:uri="http://schemas.microsoft.com/office/infopath/2007/PartnerControls"/>
    <ds:schemaRef ds:uri="e86e9c9c-bb5f-434d-94eb-fbbfe428429d"/>
    <ds:schemaRef ds:uri="49c25601-828a-4ef6-8982-29415328ca49"/>
  </ds:schemaRefs>
</ds:datastoreItem>
</file>

<file path=customXml/itemProps3.xml><?xml version="1.0" encoding="utf-8"?>
<ds:datastoreItem xmlns:ds="http://schemas.openxmlformats.org/officeDocument/2006/customXml" ds:itemID="{3DD843B2-047A-476B-B41D-41DA118FE9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6e9c9c-bb5f-434d-94eb-fbbfe428429d"/>
    <ds:schemaRef ds:uri="49c25601-828a-4ef6-8982-29415328ca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DHL_GBS_AIP</Template>
  <TotalTime>179</TotalTime>
  <Words>491</Words>
  <Application>Microsoft Office PowerPoint</Application>
  <PresentationFormat>On-screen Show (16:9)</PresentationFormat>
  <Paragraphs>46</Paragraphs>
  <Slides>2</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2" baseType="lpstr">
      <vt:lpstr>Arial</vt:lpstr>
      <vt:lpstr>Calibri</vt:lpstr>
      <vt:lpstr>Cambria Math</vt:lpstr>
      <vt:lpstr>Delivery</vt:lpstr>
      <vt:lpstr>Delivery Cd Black</vt:lpstr>
      <vt:lpstr>Delivery Cd Light</vt:lpstr>
      <vt:lpstr>Symbol</vt:lpstr>
      <vt:lpstr>Wingdings</vt:lpstr>
      <vt:lpstr>DHL_GBS</vt:lpstr>
      <vt:lpstr>think-cell Slide</vt:lpstr>
      <vt:lpstr>Emergency Incident with Good Quality Right First Time</vt:lpstr>
      <vt:lpstr>Key GSN Fields in Scope of Quality Review – Emergency Incident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TITLE ONE OR TWO LINES, DELIVERY CONDENSED BLACK, 36 PT</dc:title>
  <dc:creator>Michal Kares (DHL IT Services)</dc:creator>
  <cp:lastModifiedBy>Esther Hong Mei Lian (DHL IT Services)</cp:lastModifiedBy>
  <cp:revision>3</cp:revision>
  <dcterms:created xsi:type="dcterms:W3CDTF">2022-02-01T16:18:53Z</dcterms:created>
  <dcterms:modified xsi:type="dcterms:W3CDTF">2024-06-10T02:40:32Z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36915f3-2f02-4945-8997-f2963298db46_Enabled">
    <vt:lpwstr>true</vt:lpwstr>
  </property>
  <property fmtid="{D5CDD505-2E9C-101B-9397-08002B2CF9AE}" pid="3" name="MSIP_Label_736915f3-2f02-4945-8997-f2963298db46_SetDate">
    <vt:lpwstr>2022-02-01T16:21:46Z</vt:lpwstr>
  </property>
  <property fmtid="{D5CDD505-2E9C-101B-9397-08002B2CF9AE}" pid="4" name="MSIP_Label_736915f3-2f02-4945-8997-f2963298db46_Method">
    <vt:lpwstr>Standard</vt:lpwstr>
  </property>
  <property fmtid="{D5CDD505-2E9C-101B-9397-08002B2CF9AE}" pid="5" name="MSIP_Label_736915f3-2f02-4945-8997-f2963298db46_Name">
    <vt:lpwstr>Internal</vt:lpwstr>
  </property>
  <property fmtid="{D5CDD505-2E9C-101B-9397-08002B2CF9AE}" pid="6" name="MSIP_Label_736915f3-2f02-4945-8997-f2963298db46_SiteId">
    <vt:lpwstr>cd99fef8-1cd3-4a2a-9bdf-15531181d65e</vt:lpwstr>
  </property>
  <property fmtid="{D5CDD505-2E9C-101B-9397-08002B2CF9AE}" pid="7" name="MSIP_Label_736915f3-2f02-4945-8997-f2963298db46_ActionId">
    <vt:lpwstr>22bfbfd1-086b-4740-87e0-d3327460b6a0</vt:lpwstr>
  </property>
  <property fmtid="{D5CDD505-2E9C-101B-9397-08002B2CF9AE}" pid="8" name="MSIP_Label_736915f3-2f02-4945-8997-f2963298db46_ContentBits">
    <vt:lpwstr>1</vt:lpwstr>
  </property>
  <property fmtid="{D5CDD505-2E9C-101B-9397-08002B2CF9AE}" pid="9" name="ContentTypeId">
    <vt:lpwstr>0x010100553D862591723442B2527A34C9F76E98</vt:lpwstr>
  </property>
</Properties>
</file>