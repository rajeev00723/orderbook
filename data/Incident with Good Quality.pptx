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2.xml" ContentType="application/vnd.openxmlformats-officedocument.theme+xml"/>
  <Override PartName="/ppt/tags/tag10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6"/>
  </p:notesMasterIdLst>
  <p:sldIdLst>
    <p:sldId id="2147473580" r:id="rId5"/>
  </p:sldIdLst>
  <p:sldSz cx="9144000" cy="5143500" type="screen16x9"/>
  <p:notesSz cx="6858000" cy="9144000"/>
  <p:custDataLst>
    <p:tags r:id="rId7"/>
  </p:custDataLst>
  <p:defaultTextStyle>
    <a:defPPr>
      <a:defRPr lang="de-DE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204" userDrawn="1">
          <p15:clr>
            <a:srgbClr val="A4A3A4"/>
          </p15:clr>
        </p15:guide>
        <p15:guide id="2" pos="5556" userDrawn="1">
          <p15:clr>
            <a:srgbClr val="A4A3A4"/>
          </p15:clr>
        </p15:guide>
        <p15:guide id="3" orient="horz" pos="725" userDrawn="1">
          <p15:clr>
            <a:srgbClr val="A4A3A4"/>
          </p15:clr>
        </p15:guide>
        <p15:guide id="4" orient="horz" pos="2950" userDrawn="1">
          <p15:clr>
            <a:srgbClr val="A4A3A4"/>
          </p15:clr>
        </p15:guide>
        <p15:guide id="5" orient="horz" pos="238" userDrawn="1">
          <p15:clr>
            <a:srgbClr val="A4A3A4"/>
          </p15:clr>
        </p15:guide>
        <p15:guide id="6" pos="2832" userDrawn="1">
          <p15:clr>
            <a:srgbClr val="A4A3A4"/>
          </p15:clr>
        </p15:guide>
        <p15:guide id="7" pos="2933" userDrawn="1">
          <p15:clr>
            <a:srgbClr val="A4A3A4"/>
          </p15:clr>
        </p15:guide>
        <p15:guide id="8" pos="2023" userDrawn="1">
          <p15:clr>
            <a:srgbClr val="A4A3A4"/>
          </p15:clr>
        </p15:guide>
        <p15:guide id="9" pos="1917" userDrawn="1">
          <p15:clr>
            <a:srgbClr val="A4A3A4"/>
          </p15:clr>
        </p15:guide>
        <p15:guide id="10" pos="3737" userDrawn="1">
          <p15:clr>
            <a:srgbClr val="A4A3A4"/>
          </p15:clr>
        </p15:guide>
        <p15:guide id="11" pos="3843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ike Schmidt" initials="MS" lastIdx="3" clrIdx="0">
    <p:extLst>
      <p:ext uri="{19B8F6BF-5375-455C-9EA6-DF929625EA0E}">
        <p15:presenceInfo xmlns:p15="http://schemas.microsoft.com/office/powerpoint/2012/main" userId="S::maike.schmidt@strategy-compass.com::b4eb969c-01b2-4915-aef7-794a5e1eccdc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A9C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B39EC0-48D6-4F59-A4D0-44C4938E0E09}" v="127" dt="2024-03-22T09:32:53.967"/>
  </p1510:revLst>
</p1510:revInfo>
</file>

<file path=ppt/tableStyles.xml><?xml version="1.0" encoding="utf-8"?>
<a:tblStyleLst xmlns:a="http://schemas.openxmlformats.org/drawingml/2006/main" def="{09810C2D-2C2F-4581-8AFF-CD78C2D722A2}">
  <a:tblStyle styleId="{09810C2D-2C2F-4581-8AFF-CD78C2D722A2}" styleName="DHL Table No BG">
    <a:tblBg>
      <a:fill>
        <a:noFill/>
      </a:fill>
    </a:tblBg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8575" cmpd="sng">
              <a:solidFill>
                <a:schemeClr val="accent4"/>
              </a:solidFill>
            </a:ln>
          </a:top>
          <a:bottom>
            <a:ln w="28575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>
              <a:noFill/>
            </a:ln>
          </a:insideV>
        </a:tcBdr>
        <a:fill>
          <a:solidFill>
            <a:schemeClr val="bg1"/>
          </a:solidFill>
        </a:fill>
      </a:tcStyle>
    </a:wholeTbl>
    <a:band1H>
      <a:tcStyle>
        <a:tcBdr/>
        <a:fill>
          <a:noFill/>
        </a:fill>
      </a:tcStyle>
    </a:band1H>
    <a:band2H>
      <a:tcStyle>
        <a:tcBdr/>
        <a:fill>
          <a:noFill/>
        </a:fill>
      </a:tcStyle>
    </a:band2H>
    <a:band1V>
      <a:tcStyle>
        <a:tcBdr/>
        <a:fill>
          <a:noFill/>
        </a:fill>
      </a:tcStyle>
    </a:band1V>
    <a:band2V>
      <a:tcStyle>
        <a:tcBdr/>
        <a:fill>
          <a:noFill/>
        </a:fill>
      </a:tcStyle>
    </a:band2V>
    <a:lastCol>
      <a:tcTxStyle/>
      <a:tcStyle>
        <a:tcBdr/>
      </a:tcStyle>
    </a:lastCol>
    <a:firstCol>
      <a:tcStyle>
        <a:tcBdr/>
        <a:fill>
          <a:noFill/>
        </a:fill>
      </a:tcStyle>
    </a:firstCol>
    <a:lastRow>
      <a:tcStyle>
        <a:tcBdr/>
        <a:fill>
          <a:noFill/>
        </a:fill>
      </a:tcStyle>
    </a:lastRow>
    <a:firstRow>
      <a:tcTxStyle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6C8A55F-5544-428C-9B86-97CFDF07063B}" styleName="DHL Table White BG">
    <a:tblBg>
      <a:fill>
        <a:noFill/>
      </a:fill>
    </a:tblBg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8575" cmpd="sng">
              <a:solidFill>
                <a:schemeClr val="accent4"/>
              </a:solidFill>
            </a:ln>
          </a:top>
          <a:bottom>
            <a:ln w="28575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bg1">
              <a:tint val="100000"/>
            </a:schemeClr>
          </a:solidFill>
        </a:fill>
      </a:tcStyle>
    </a:band1H>
    <a:band2H>
      <a:tcStyle>
        <a:tcBdr/>
        <a:fill>
          <a:solidFill>
            <a:schemeClr val="bg1">
              <a:lumMod val="20000"/>
              <a:lumOff val="80000"/>
            </a:schemeClr>
          </a:solidFill>
        </a:fill>
      </a:tcStyle>
    </a:band2H>
    <a:band1V>
      <a:tcStyle>
        <a:tcBdr/>
        <a:fill>
          <a:solidFill>
            <a:schemeClr val="bg1">
              <a:lumMod val="20000"/>
              <a:lumOff val="80000"/>
            </a:schemeClr>
          </a:solidFill>
        </a:fill>
      </a:tcStyle>
    </a:band1V>
    <a:band2V>
      <a:tcStyle>
        <a:tcBdr/>
        <a:fill>
          <a:solidFill>
            <a:schemeClr val="bg1">
              <a:lumMod val="20000"/>
              <a:lumOff val="80000"/>
            </a:schemeClr>
          </a:solidFill>
        </a:fill>
      </a:tcStyle>
    </a:band2V>
    <a:lastCol>
      <a:tcTxStyle/>
      <a:tcStyle>
        <a:tcBdr/>
      </a:tcStyle>
    </a:lastCol>
    <a:firstCol>
      <a:tcStyle>
        <a:tcBdr/>
        <a:fill>
          <a:solidFill>
            <a:schemeClr val="bg1">
              <a:lumMod val="20000"/>
              <a:lumOff val="80000"/>
            </a:schemeClr>
          </a:solidFill>
        </a:fill>
      </a:tcStyle>
    </a:firstCol>
    <a:lastRow>
      <a:tcStyle>
        <a:tcBdr/>
        <a:fill>
          <a:solidFill>
            <a:schemeClr val="bg1">
              <a:lumMod val="20000"/>
              <a:lumOff val="80000"/>
            </a:schemeClr>
          </a:solidFill>
        </a:fill>
      </a:tcStyle>
    </a:lastRow>
    <a:firstRow>
      <a:tcTxStyle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solidFill>
            <a:schemeClr val="bg1">
              <a:lumMod val="20000"/>
              <a:lumOff val="8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4" d="100"/>
          <a:sy n="114" d="100"/>
        </p:scale>
        <p:origin x="108" y="168"/>
      </p:cViewPr>
      <p:guideLst>
        <p:guide pos="204"/>
        <p:guide pos="5556"/>
        <p:guide orient="horz" pos="725"/>
        <p:guide orient="horz" pos="2950"/>
        <p:guide orient="horz" pos="238"/>
        <p:guide pos="2832"/>
        <p:guide pos="2933"/>
        <p:guide pos="2023"/>
        <p:guide pos="1917"/>
        <p:guide pos="3737"/>
        <p:guide pos="384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tags" Target="tags/tag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sther Hong Mei Lian (DHL IT Services)" userId="70e621e8-3002-4b4b-b906-9e9f221689db" providerId="ADAL" clId="{C2B39EC0-48D6-4F59-A4D0-44C4938E0E09}"/>
    <pc:docChg chg="custSel modSld replTag">
      <pc:chgData name="Esther Hong Mei Lian (DHL IT Services)" userId="70e621e8-3002-4b4b-b906-9e9f221689db" providerId="ADAL" clId="{C2B39EC0-48D6-4F59-A4D0-44C4938E0E09}" dt="2024-03-22T09:32:53.967" v="761"/>
      <pc:docMkLst>
        <pc:docMk/>
      </pc:docMkLst>
      <pc:sldChg chg="addSp delSp modSp mod">
        <pc:chgData name="Esther Hong Mei Lian (DHL IT Services)" userId="70e621e8-3002-4b4b-b906-9e9f221689db" providerId="ADAL" clId="{C2B39EC0-48D6-4F59-A4D0-44C4938E0E09}" dt="2024-03-22T09:32:53.967" v="761"/>
        <pc:sldMkLst>
          <pc:docMk/>
          <pc:sldMk cId="850430940" sldId="2147473580"/>
        </pc:sldMkLst>
        <pc:spChg chg="add del mod modVis">
          <ac:chgData name="Esther Hong Mei Lian (DHL IT Services)" userId="70e621e8-3002-4b4b-b906-9e9f221689db" providerId="ADAL" clId="{C2B39EC0-48D6-4F59-A4D0-44C4938E0E09}" dt="2024-03-22T09:32:51.627" v="696"/>
          <ac:spMkLst>
            <pc:docMk/>
            <pc:sldMk cId="850430940" sldId="2147473580"/>
            <ac:spMk id="2" creationId="{3F2B0280-5FD5-0892-5D9E-FDB4AFC2BA43}"/>
          </ac:spMkLst>
        </pc:spChg>
        <pc:spChg chg="add del mod modVis">
          <ac:chgData name="Esther Hong Mei Lian (DHL IT Services)" userId="70e621e8-3002-4b4b-b906-9e9f221689db" providerId="ADAL" clId="{C2B39EC0-48D6-4F59-A4D0-44C4938E0E09}" dt="2024-03-22T09:21:50.039" v="50"/>
          <ac:spMkLst>
            <pc:docMk/>
            <pc:sldMk cId="850430940" sldId="2147473580"/>
            <ac:spMk id="2" creationId="{93D9A5B3-5860-4570-20D3-515CD23319A1}"/>
          </ac:spMkLst>
        </pc:spChg>
        <pc:spChg chg="add del mod modVis">
          <ac:chgData name="Esther Hong Mei Lian (DHL IT Services)" userId="70e621e8-3002-4b4b-b906-9e9f221689db" providerId="ADAL" clId="{C2B39EC0-48D6-4F59-A4D0-44C4938E0E09}" dt="2024-03-22T09:32:53.266" v="731"/>
          <ac:spMkLst>
            <pc:docMk/>
            <pc:sldMk cId="850430940" sldId="2147473580"/>
            <ac:spMk id="4" creationId="{73441E78-AB47-9416-3C09-0F3871C62C64}"/>
          </ac:spMkLst>
        </pc:spChg>
        <pc:spChg chg="add del mod modVis">
          <ac:chgData name="Esther Hong Mei Lian (DHL IT Services)" userId="70e621e8-3002-4b4b-b906-9e9f221689db" providerId="ADAL" clId="{C2B39EC0-48D6-4F59-A4D0-44C4938E0E09}" dt="2024-03-22T09:22:27.645" v="227"/>
          <ac:spMkLst>
            <pc:docMk/>
            <pc:sldMk cId="850430940" sldId="2147473580"/>
            <ac:spMk id="4" creationId="{D8756EBD-902F-AEFB-A31D-4C7BBD8870DB}"/>
          </ac:spMkLst>
        </pc:spChg>
        <pc:spChg chg="mod">
          <ac:chgData name="Esther Hong Mei Lian (DHL IT Services)" userId="70e621e8-3002-4b4b-b906-9e9f221689db" providerId="ADAL" clId="{C2B39EC0-48D6-4F59-A4D0-44C4938E0E09}" dt="2024-03-22T09:32:53.935" v="735" actId="948"/>
          <ac:spMkLst>
            <pc:docMk/>
            <pc:sldMk cId="850430940" sldId="2147473580"/>
            <ac:spMk id="5" creationId="{00000000-0000-0000-0000-000000000000}"/>
          </ac:spMkLst>
        </pc:spChg>
        <pc:spChg chg="mod">
          <ac:chgData name="Esther Hong Mei Lian (DHL IT Services)" userId="70e621e8-3002-4b4b-b906-9e9f221689db" providerId="ADAL" clId="{C2B39EC0-48D6-4F59-A4D0-44C4938E0E09}" dt="2024-03-22T09:25:59.236" v="506" actId="20577"/>
          <ac:spMkLst>
            <pc:docMk/>
            <pc:sldMk cId="850430940" sldId="2147473580"/>
            <ac:spMk id="6" creationId="{00000000-0000-0000-0000-000000000000}"/>
          </ac:spMkLst>
        </pc:spChg>
        <pc:spChg chg="mod">
          <ac:chgData name="Esther Hong Mei Lian (DHL IT Services)" userId="70e621e8-3002-4b4b-b906-9e9f221689db" providerId="ADAL" clId="{C2B39EC0-48D6-4F59-A4D0-44C4938E0E09}" dt="2024-03-22T09:32:49.499" v="670" actId="20577"/>
          <ac:spMkLst>
            <pc:docMk/>
            <pc:sldMk cId="850430940" sldId="2147473580"/>
            <ac:spMk id="10" creationId="{00000000-0000-0000-0000-000000000000}"/>
          </ac:spMkLst>
        </pc:spChg>
        <pc:spChg chg="add del mod modVis">
          <ac:chgData name="Esther Hong Mei Lian (DHL IT Services)" userId="70e621e8-3002-4b4b-b906-9e9f221689db" providerId="ADAL" clId="{C2B39EC0-48D6-4F59-A4D0-44C4938E0E09}" dt="2024-03-22T09:22:29.527" v="257"/>
          <ac:spMkLst>
            <pc:docMk/>
            <pc:sldMk cId="850430940" sldId="2147473580"/>
            <ac:spMk id="11" creationId="{1768E603-89A2-2195-24A1-717056CD7A1E}"/>
          </ac:spMkLst>
        </pc:spChg>
        <pc:spChg chg="add del mod modVis">
          <ac:chgData name="Esther Hong Mei Lian (DHL IT Services)" userId="70e621e8-3002-4b4b-b906-9e9f221689db" providerId="ADAL" clId="{C2B39EC0-48D6-4F59-A4D0-44C4938E0E09}" dt="2024-03-22T09:32:53.962" v="759"/>
          <ac:spMkLst>
            <pc:docMk/>
            <pc:sldMk cId="850430940" sldId="2147473580"/>
            <ac:spMk id="11" creationId="{5162D9BF-743A-330A-0305-1234924A1C3C}"/>
          </ac:spMkLst>
        </pc:spChg>
        <pc:spChg chg="mod">
          <ac:chgData name="Esther Hong Mei Lian (DHL IT Services)" userId="70e621e8-3002-4b4b-b906-9e9f221689db" providerId="ADAL" clId="{C2B39EC0-48D6-4F59-A4D0-44C4938E0E09}" dt="2024-03-22T09:25:45.749" v="498" actId="20577"/>
          <ac:spMkLst>
            <pc:docMk/>
            <pc:sldMk cId="850430940" sldId="2147473580"/>
            <ac:spMk id="13" creationId="{00000000-0000-0000-0000-000000000000}"/>
          </ac:spMkLst>
        </pc:spChg>
        <pc:spChg chg="del">
          <ac:chgData name="Esther Hong Mei Lian (DHL IT Services)" userId="70e621e8-3002-4b4b-b906-9e9f221689db" providerId="ADAL" clId="{C2B39EC0-48D6-4F59-A4D0-44C4938E0E09}" dt="2024-03-22T09:27:01.351" v="630" actId="478"/>
          <ac:spMkLst>
            <pc:docMk/>
            <pc:sldMk cId="850430940" sldId="2147473580"/>
            <ac:spMk id="16" creationId="{DFA141A3-2207-7188-D6EC-F59F370446DF}"/>
          </ac:spMkLst>
        </pc:spChg>
        <pc:spChg chg="add del mod modVis">
          <ac:chgData name="Esther Hong Mei Lian (DHL IT Services)" userId="70e621e8-3002-4b4b-b906-9e9f221689db" providerId="ADAL" clId="{C2B39EC0-48D6-4F59-A4D0-44C4938E0E09}" dt="2024-03-22T09:22:51.910" v="285"/>
          <ac:spMkLst>
            <pc:docMk/>
            <pc:sldMk cId="850430940" sldId="2147473580"/>
            <ac:spMk id="17" creationId="{69213210-9564-85F2-BBA9-1BE6312F47CE}"/>
          </ac:spMkLst>
        </pc:spChg>
        <pc:spChg chg="mod">
          <ac:chgData name="Esther Hong Mei Lian (DHL IT Services)" userId="70e621e8-3002-4b4b-b906-9e9f221689db" providerId="ADAL" clId="{C2B39EC0-48D6-4F59-A4D0-44C4938E0E09}" dt="2024-03-22T09:29:16.145" v="651" actId="6549"/>
          <ac:spMkLst>
            <pc:docMk/>
            <pc:sldMk cId="850430940" sldId="2147473580"/>
            <ac:spMk id="18" creationId="{00000000-0000-0000-0000-000000000000}"/>
          </ac:spMkLst>
        </pc:spChg>
        <pc:spChg chg="add del mod modVis">
          <ac:chgData name="Esther Hong Mei Lian (DHL IT Services)" userId="70e621e8-3002-4b4b-b906-9e9f221689db" providerId="ADAL" clId="{C2B39EC0-48D6-4F59-A4D0-44C4938E0E09}" dt="2024-03-22T09:25:17.751" v="462"/>
          <ac:spMkLst>
            <pc:docMk/>
            <pc:sldMk cId="850430940" sldId="2147473580"/>
            <ac:spMk id="19" creationId="{4DD3DBED-648B-350E-FC98-448855A49DF7}"/>
          </ac:spMkLst>
        </pc:spChg>
        <pc:spChg chg="add del mod modVis">
          <ac:chgData name="Esther Hong Mei Lian (DHL IT Services)" userId="70e621e8-3002-4b4b-b906-9e9f221689db" providerId="ADAL" clId="{C2B39EC0-48D6-4F59-A4D0-44C4938E0E09}" dt="2024-03-22T09:26:02.765" v="533"/>
          <ac:spMkLst>
            <pc:docMk/>
            <pc:sldMk cId="850430940" sldId="2147473580"/>
            <ac:spMk id="20" creationId="{CB137A00-0FBD-3360-475D-229DDFF5BDC4}"/>
          </ac:spMkLst>
        </pc:spChg>
        <pc:spChg chg="add del mod modVis">
          <ac:chgData name="Esther Hong Mei Lian (DHL IT Services)" userId="70e621e8-3002-4b4b-b906-9e9f221689db" providerId="ADAL" clId="{C2B39EC0-48D6-4F59-A4D0-44C4938E0E09}" dt="2024-03-22T09:26:03.819" v="566"/>
          <ac:spMkLst>
            <pc:docMk/>
            <pc:sldMk cId="850430940" sldId="2147473580"/>
            <ac:spMk id="21" creationId="{FB733EC3-B6D5-5656-4600-9496EBD57089}"/>
          </ac:spMkLst>
        </pc:spChg>
        <pc:graphicFrameChg chg="mod">
          <ac:chgData name="Esther Hong Mei Lian (DHL IT Services)" userId="70e621e8-3002-4b4b-b906-9e9f221689db" providerId="ADAL" clId="{C2B39EC0-48D6-4F59-A4D0-44C4938E0E09}" dt="2024-03-22T09:32:53.967" v="761"/>
          <ac:graphicFrameMkLst>
            <pc:docMk/>
            <pc:sldMk cId="850430940" sldId="2147473580"/>
            <ac:graphicFrameMk id="3" creationId="{B929FE18-29FB-0950-AFEB-6CC8BCF0DAC4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F5CAE4-CBB0-454E-B6B8-0B6620C2B409}" type="datetimeFigureOut">
              <a:rPr lang="de-DE" smtClean="0"/>
              <a:t>22.03.2024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753AD6-CEF2-4FD5-AABC-FCC5FC528AD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392165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2.bin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3.bin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4.bin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: full page gradient">
    <p:bg>
      <p:bgPr>
        <a:gradFill flip="none" rotWithShape="1">
          <a:gsLst>
            <a:gs pos="30000">
              <a:schemeClr val="accent3"/>
            </a:gs>
            <a:gs pos="79000">
              <a:srgbClr val="FFDE59"/>
            </a:gs>
            <a:gs pos="100000">
              <a:srgbClr val="FFF0B2"/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a-subline">
            <a:extLst>
              <a:ext uri="{FF2B5EF4-FFF2-40B4-BE49-F238E27FC236}">
                <a16:creationId xmlns:a16="http://schemas.microsoft.com/office/drawing/2014/main" id="{34533E2D-E3E8-4028-915B-4B522D9607C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24000" y="2017985"/>
            <a:ext cx="8495999" cy="5032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cap="all" baseline="0">
                <a:solidFill>
                  <a:schemeClr val="accent4"/>
                </a:solidFill>
                <a:latin typeface="Delivery Cd Light" panose="020F040602020402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subline in one OR TWO </a:t>
            </a:r>
            <a:r>
              <a:rPr lang="en-US" dirty="0" err="1"/>
              <a:t>lineS</a:t>
            </a:r>
            <a:r>
              <a:rPr lang="en-US" dirty="0"/>
              <a:t>, Delivery CONDENSED LIGHT, 18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243A0BD6-FFA5-412C-95AF-EC90EFB114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4000" y="519112"/>
            <a:ext cx="8495999" cy="1498873"/>
          </a:xfrm>
        </p:spPr>
        <p:txBody>
          <a:bodyPr/>
          <a:lstStyle>
            <a:lvl1pPr>
              <a:lnSpc>
                <a:spcPct val="90000"/>
              </a:lnSpc>
              <a:defRPr sz="3600" b="0" i="0" cap="all" baseline="0">
                <a:solidFill>
                  <a:schemeClr val="accent4"/>
                </a:solidFill>
                <a:latin typeface="Delivery Cd Black" panose="020F0906020204020204" pitchFamily="34" charset="0"/>
              </a:defRPr>
            </a:lvl1pPr>
          </a:lstStyle>
          <a:p>
            <a:r>
              <a:rPr lang="en-US" dirty="0"/>
              <a:t>SAMPLE TITLE ONE OR TWO LINES, Delivery CONDENSED BLACK, 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18" name="meta-identifier">
            <a:extLst>
              <a:ext uri="{FF2B5EF4-FFF2-40B4-BE49-F238E27FC236}">
                <a16:creationId xmlns:a16="http://schemas.microsoft.com/office/drawing/2014/main" id="{54E64FCC-3FE9-443B-AD0F-06908B8BA7C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999" y="3077289"/>
            <a:ext cx="4644724" cy="196977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b="1">
                <a:solidFill>
                  <a:schemeClr val="accent4"/>
                </a:solidFill>
                <a:latin typeface="+mn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DHL Business Unit – Claim, Delivery (bold), 12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7" name="meta-project">
            <a:extLst>
              <a:ext uri="{FF2B5EF4-FFF2-40B4-BE49-F238E27FC236}">
                <a16:creationId xmlns:a16="http://schemas.microsoft.com/office/drawing/2014/main" id="{8F28B7B0-34F9-4874-994D-5A49D798B34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999" y="2614115"/>
            <a:ext cx="4644724" cy="400110"/>
          </a:xfrm>
          <a:prstGeom prst="rect">
            <a:avLst/>
          </a:prstGeom>
        </p:spPr>
        <p:txBody>
          <a:bodyPr>
            <a:noAutofit/>
          </a:bodyPr>
          <a:lstStyle>
            <a:lvl1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Name of the event or project or presenter, Delivery, 12 </a:t>
            </a:r>
            <a:r>
              <a:rPr lang="en-US" dirty="0" err="1"/>
              <a:t>pt</a:t>
            </a:r>
            <a:r>
              <a:rPr lang="en-US" dirty="0"/>
              <a:t> </a:t>
            </a:r>
          </a:p>
          <a:p>
            <a:pPr lvl="0"/>
            <a:r>
              <a:rPr lang="en-US" dirty="0"/>
              <a:t>Location, ## Month ####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E8120FB3-2F20-4BA7-8E65-B72714AE1CF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27436" y="4476061"/>
            <a:ext cx="1475999" cy="351428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>
              <a:defRPr sz="1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dirty="0"/>
              <a:t>1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735645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: half page gradient">
    <p:bg>
      <p:bgPr>
        <a:gradFill flip="none" rotWithShape="1">
          <a:gsLst>
            <a:gs pos="30000">
              <a:schemeClr val="accent3"/>
            </a:gs>
            <a:gs pos="79000">
              <a:srgbClr val="FFDE59"/>
            </a:gs>
            <a:gs pos="100000">
              <a:srgbClr val="FFF0B2"/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4A5375F-57B6-4F34-B285-0212289DE52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292724" y="0"/>
            <a:ext cx="3851274" cy="5148000"/>
          </a:xfrm>
          <a:prstGeom prst="rect">
            <a:avLst/>
          </a:prstGeom>
          <a:solidFill>
            <a:srgbClr val="CCCCCC"/>
          </a:solidFill>
        </p:spPr>
        <p:txBody>
          <a:bodyPr lIns="72000" tIns="72000" rIns="72000" bIns="72000"/>
          <a:lstStyle>
            <a:lvl1pPr>
              <a:defRPr/>
            </a:lvl1pPr>
          </a:lstStyle>
          <a:p>
            <a:r>
              <a:rPr lang="en-US" dirty="0"/>
              <a:t>Please click the icon to insert an image</a:t>
            </a:r>
          </a:p>
        </p:txBody>
      </p:sp>
      <p:sp>
        <p:nvSpPr>
          <p:cNvPr id="3" name="meta-subline">
            <a:extLst>
              <a:ext uri="{FF2B5EF4-FFF2-40B4-BE49-F238E27FC236}">
                <a16:creationId xmlns:a16="http://schemas.microsoft.com/office/drawing/2014/main" id="{34533E2D-E3E8-4028-915B-4B522D9607C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24001" y="2758969"/>
            <a:ext cx="4644723" cy="5032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cap="all" baseline="0">
                <a:solidFill>
                  <a:schemeClr val="accent4"/>
                </a:solidFill>
                <a:latin typeface="Delivery Cd Light" panose="020F040602020402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Optional subline in one OR TWO </a:t>
            </a:r>
            <a:r>
              <a:rPr lang="en-US" dirty="0" err="1"/>
              <a:t>lineS</a:t>
            </a:r>
            <a:r>
              <a:rPr lang="en-US" dirty="0"/>
              <a:t>, </a:t>
            </a:r>
          </a:p>
          <a:p>
            <a:r>
              <a:rPr lang="en-US" dirty="0"/>
              <a:t>Delivery CONDENSED LIGHT, 18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243A0BD6-FFA5-412C-95AF-EC90EFB114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4001" y="1260096"/>
            <a:ext cx="4644723" cy="1498873"/>
          </a:xfrm>
        </p:spPr>
        <p:txBody>
          <a:bodyPr/>
          <a:lstStyle>
            <a:lvl1pPr>
              <a:lnSpc>
                <a:spcPct val="90000"/>
              </a:lnSpc>
              <a:defRPr sz="3600" b="0" i="0" cap="all" baseline="0">
                <a:solidFill>
                  <a:schemeClr val="accent4"/>
                </a:solidFill>
                <a:latin typeface="Delivery Cd Black" panose="020F0906020204020204" pitchFamily="34" charset="0"/>
              </a:defRPr>
            </a:lvl1pPr>
          </a:lstStyle>
          <a:p>
            <a:r>
              <a:rPr lang="en-US" dirty="0"/>
              <a:t>SAMPLE TITLE Delivery CONDENSED BLACK, 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15" name="meta-project">
            <a:extLst>
              <a:ext uri="{FF2B5EF4-FFF2-40B4-BE49-F238E27FC236}">
                <a16:creationId xmlns:a16="http://schemas.microsoft.com/office/drawing/2014/main" id="{6EBD2539-ABD1-40DD-8933-464D93B7720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999" y="3339331"/>
            <a:ext cx="4644724" cy="400110"/>
          </a:xfrm>
          <a:prstGeom prst="rect">
            <a:avLst/>
          </a:prstGeom>
        </p:spPr>
        <p:txBody>
          <a:bodyPr>
            <a:noAutofit/>
          </a:bodyPr>
          <a:lstStyle>
            <a:lvl1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Name of the event or project or presenter</a:t>
            </a:r>
            <a:br>
              <a:rPr lang="en-US" dirty="0"/>
            </a:br>
            <a:r>
              <a:rPr lang="en-US" dirty="0"/>
              <a:t>Location, ##Month##</a:t>
            </a:r>
          </a:p>
        </p:txBody>
      </p:sp>
      <p:sp>
        <p:nvSpPr>
          <p:cNvPr id="18" name="meta-identifier">
            <a:extLst>
              <a:ext uri="{FF2B5EF4-FFF2-40B4-BE49-F238E27FC236}">
                <a16:creationId xmlns:a16="http://schemas.microsoft.com/office/drawing/2014/main" id="{54E64FCC-3FE9-443B-AD0F-06908B8BA7C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999" y="3802505"/>
            <a:ext cx="4644724" cy="196977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b="1">
                <a:solidFill>
                  <a:schemeClr val="accent4"/>
                </a:solidFill>
                <a:latin typeface="+mn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DHL Business Unit – Claim, Delivery (bold), 12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975CD22A-BD9A-416E-9FC5-E1EA62C354A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27436" y="4476061"/>
            <a:ext cx="1475999" cy="351428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>
              <a:defRPr sz="1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dirty="0"/>
              <a:t>1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711905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half page gradient, full page picture">
    <p:bg>
      <p:bgPr>
        <a:gradFill flip="none" rotWithShape="1">
          <a:gsLst>
            <a:gs pos="40000">
              <a:schemeClr val="accent3"/>
            </a:gs>
            <a:gs pos="80000">
              <a:srgbClr val="FFEFB5"/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4A5375F-57B6-4F34-B285-0212289DE52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9144000" cy="5148000"/>
          </a:xfrm>
          <a:prstGeom prst="rect">
            <a:avLst/>
          </a:prstGeom>
          <a:solidFill>
            <a:srgbClr val="CCCCCC"/>
          </a:solidFill>
        </p:spPr>
        <p:txBody>
          <a:bodyPr lIns="72000" tIns="72000" rIns="72000" bIns="72000"/>
          <a:lstStyle>
            <a:lvl1pPr algn="r">
              <a:defRPr/>
            </a:lvl1pPr>
          </a:lstStyle>
          <a:p>
            <a:r>
              <a:rPr lang="en-US" dirty="0"/>
              <a:t>Please click the icon to insert an image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79B50F6-B70A-4FAE-B403-A7AA4785597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0019" y="519114"/>
            <a:ext cx="4802400" cy="4467600"/>
          </a:xfrm>
          <a:prstGeom prst="rect">
            <a:avLst/>
          </a:prstGeom>
          <a:gradFill>
            <a:gsLst>
              <a:gs pos="50000">
                <a:schemeClr val="accent3"/>
              </a:gs>
              <a:gs pos="100000">
                <a:schemeClr val="accent3">
                  <a:alpha val="0"/>
                </a:scheme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Autofit/>
          </a:bodyPr>
          <a:lstStyle>
            <a:lvl1pPr algn="l">
              <a:defRPr lang="en-US" sz="100" smtClean="0">
                <a:solidFill>
                  <a:schemeClr val="accent3"/>
                </a:solidFill>
              </a:defRPr>
            </a:lvl1pPr>
            <a:lvl2pPr>
              <a:defRPr lang="en-US" sz="1350" smtClean="0">
                <a:solidFill>
                  <a:schemeClr val="lt1"/>
                </a:solidFill>
              </a:defRPr>
            </a:lvl2pPr>
            <a:lvl3pPr>
              <a:defRPr lang="en-US" sz="1350" smtClean="0">
                <a:solidFill>
                  <a:schemeClr val="lt1"/>
                </a:solidFill>
              </a:defRPr>
            </a:lvl3pPr>
            <a:lvl4pPr>
              <a:defRPr lang="en-US" sz="1350" smtClean="0">
                <a:solidFill>
                  <a:schemeClr val="lt1"/>
                </a:solidFill>
              </a:defRPr>
            </a:lvl4pPr>
            <a:lvl5pPr>
              <a:defRPr lang="en-US" sz="1350">
                <a:solidFill>
                  <a:schemeClr val="lt1"/>
                </a:solidFill>
              </a:defRPr>
            </a:lvl5pPr>
          </a:lstStyle>
          <a:p>
            <a:pPr lvl="0" algn="ctr"/>
            <a:r>
              <a:rPr lang="en-US" dirty="0"/>
              <a:t>1</a:t>
            </a:r>
          </a:p>
        </p:txBody>
      </p:sp>
      <p:sp>
        <p:nvSpPr>
          <p:cNvPr id="3" name="meta-subline">
            <a:extLst>
              <a:ext uri="{FF2B5EF4-FFF2-40B4-BE49-F238E27FC236}">
                <a16:creationId xmlns:a16="http://schemas.microsoft.com/office/drawing/2014/main" id="{34533E2D-E3E8-4028-915B-4B522D9607C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24000" y="2758969"/>
            <a:ext cx="4657246" cy="5032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cap="all" baseline="0">
                <a:solidFill>
                  <a:schemeClr val="accent4"/>
                </a:solidFill>
                <a:latin typeface="Delivery Cd Light" panose="020F040602020402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Optional subline in one OR TWO </a:t>
            </a:r>
            <a:r>
              <a:rPr lang="en-US" dirty="0" err="1"/>
              <a:t>lineS</a:t>
            </a:r>
            <a:r>
              <a:rPr lang="en-US" dirty="0"/>
              <a:t>, </a:t>
            </a:r>
          </a:p>
          <a:p>
            <a:r>
              <a:rPr lang="en-US" dirty="0"/>
              <a:t>Delivery CONDENSED LIGHT, 18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243A0BD6-FFA5-412C-95AF-EC90EFB114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4001" y="1144018"/>
            <a:ext cx="4657245" cy="1614951"/>
          </a:xfrm>
        </p:spPr>
        <p:txBody>
          <a:bodyPr/>
          <a:lstStyle>
            <a:lvl1pPr>
              <a:lnSpc>
                <a:spcPct val="90000"/>
              </a:lnSpc>
              <a:defRPr sz="3600" b="0" i="0" cap="all" baseline="0">
                <a:solidFill>
                  <a:schemeClr val="accent4"/>
                </a:solidFill>
                <a:latin typeface="Delivery Cd Black" panose="020F0906020204020204" pitchFamily="34" charset="0"/>
              </a:defRPr>
            </a:lvl1pPr>
          </a:lstStyle>
          <a:p>
            <a:r>
              <a:rPr lang="en-US" dirty="0"/>
              <a:t>SAMPLE TITLE Delivery CONDENSED BLACK, 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15" name="meta-project">
            <a:extLst>
              <a:ext uri="{FF2B5EF4-FFF2-40B4-BE49-F238E27FC236}">
                <a16:creationId xmlns:a16="http://schemas.microsoft.com/office/drawing/2014/main" id="{6EBD2539-ABD1-40DD-8933-464D93B7720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999" y="3339331"/>
            <a:ext cx="4657246" cy="400110"/>
          </a:xfrm>
          <a:prstGeom prst="rect">
            <a:avLst/>
          </a:prstGeom>
        </p:spPr>
        <p:txBody>
          <a:bodyPr>
            <a:noAutofit/>
          </a:bodyPr>
          <a:lstStyle>
            <a:lvl1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Name of the event or project or presenter</a:t>
            </a:r>
            <a:br>
              <a:rPr lang="en-US" dirty="0"/>
            </a:br>
            <a:r>
              <a:rPr lang="en-US" dirty="0"/>
              <a:t>Location, ##Month##</a:t>
            </a:r>
          </a:p>
        </p:txBody>
      </p:sp>
      <p:sp>
        <p:nvSpPr>
          <p:cNvPr id="18" name="meta-identifier">
            <a:extLst>
              <a:ext uri="{FF2B5EF4-FFF2-40B4-BE49-F238E27FC236}">
                <a16:creationId xmlns:a16="http://schemas.microsoft.com/office/drawing/2014/main" id="{54E64FCC-3FE9-443B-AD0F-06908B8BA7C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999" y="3802505"/>
            <a:ext cx="4657246" cy="196977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b="1">
                <a:solidFill>
                  <a:schemeClr val="accent4"/>
                </a:solidFill>
                <a:latin typeface="+mn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DHL Business Unit – Claim, Delivery (bold), 12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657C6BB5-4D29-40EC-8FE5-EA06CCEE787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27436" y="4476061"/>
            <a:ext cx="1475999" cy="351428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>
              <a:defRPr sz="1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dirty="0"/>
              <a:t>1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70683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light picture, gradient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98196275-11AD-46AC-8347-3CB841C40A0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9144000" cy="5148000"/>
          </a:xfrm>
          <a:prstGeom prst="rect">
            <a:avLst/>
          </a:prstGeom>
          <a:solidFill>
            <a:srgbClr val="CCCCCC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40BED4DE-662F-4302-A9D9-121F49D0DBF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0020" y="4314061"/>
            <a:ext cx="8658000" cy="670842"/>
          </a:xfrm>
          <a:prstGeom prst="rect">
            <a:avLst/>
          </a:prstGeom>
          <a:gradFill flip="none" rotWithShape="1">
            <a:gsLst>
              <a:gs pos="50000">
                <a:schemeClr val="accent3"/>
              </a:gs>
              <a:gs pos="100000">
                <a:schemeClr val="accent3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Autofit/>
          </a:bodyPr>
          <a:lstStyle>
            <a:lvl1pPr algn="l">
              <a:defRPr lang="en-US" sz="100" smtClean="0">
                <a:solidFill>
                  <a:schemeClr val="accent3"/>
                </a:solidFill>
              </a:defRPr>
            </a:lvl1pPr>
            <a:lvl2pPr>
              <a:defRPr lang="en-US" sz="1350" smtClean="0">
                <a:solidFill>
                  <a:schemeClr val="lt1"/>
                </a:solidFill>
              </a:defRPr>
            </a:lvl2pPr>
            <a:lvl3pPr>
              <a:defRPr lang="en-US" sz="1350" smtClean="0">
                <a:solidFill>
                  <a:schemeClr val="lt1"/>
                </a:solidFill>
              </a:defRPr>
            </a:lvl3pPr>
            <a:lvl4pPr>
              <a:defRPr lang="en-US" sz="1350" smtClean="0">
                <a:solidFill>
                  <a:schemeClr val="lt1"/>
                </a:solidFill>
              </a:defRPr>
            </a:lvl4pPr>
            <a:lvl5pPr>
              <a:defRPr lang="en-US" sz="1350">
                <a:solidFill>
                  <a:schemeClr val="lt1"/>
                </a:solidFill>
              </a:defRPr>
            </a:lvl5pPr>
          </a:lstStyle>
          <a:p>
            <a:pPr lvl="0" algn="ctr"/>
            <a:r>
              <a:rPr lang="en-US" dirty="0"/>
              <a:t>1</a:t>
            </a:r>
          </a:p>
        </p:txBody>
      </p:sp>
      <p:sp>
        <p:nvSpPr>
          <p:cNvPr id="3" name="meta-subline">
            <a:extLst>
              <a:ext uri="{FF2B5EF4-FFF2-40B4-BE49-F238E27FC236}">
                <a16:creationId xmlns:a16="http://schemas.microsoft.com/office/drawing/2014/main" id="{34533E2D-E3E8-4028-915B-4B522D9607C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24000" y="2740802"/>
            <a:ext cx="8495999" cy="5032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cap="all" baseline="0">
                <a:solidFill>
                  <a:schemeClr val="accent4"/>
                </a:solidFill>
                <a:latin typeface="Delivery Cd Light" panose="020F040602020402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Optional subline in one OR TWO </a:t>
            </a:r>
            <a:r>
              <a:rPr lang="en-US" dirty="0" err="1"/>
              <a:t>lineS</a:t>
            </a:r>
            <a:r>
              <a:rPr lang="en-US" dirty="0"/>
              <a:t>, Delivery CONDENSED LIGHT, 18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243A0BD6-FFA5-412C-95AF-EC90EFB114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4000" y="1241929"/>
            <a:ext cx="8495999" cy="1498873"/>
          </a:xfrm>
        </p:spPr>
        <p:txBody>
          <a:bodyPr/>
          <a:lstStyle>
            <a:lvl1pPr>
              <a:lnSpc>
                <a:spcPct val="90000"/>
              </a:lnSpc>
              <a:defRPr sz="3600" b="0" i="0" cap="all" baseline="0">
                <a:solidFill>
                  <a:schemeClr val="accent4"/>
                </a:solidFill>
                <a:latin typeface="Delivery Cd Black" panose="020F0906020204020204" pitchFamily="34" charset="0"/>
              </a:defRPr>
            </a:lvl1pPr>
          </a:lstStyle>
          <a:p>
            <a:r>
              <a:rPr lang="en-US" dirty="0"/>
              <a:t>SAMPLE TITLE Delivery CONDENSED BLACK, 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15" name="meta-project">
            <a:extLst>
              <a:ext uri="{FF2B5EF4-FFF2-40B4-BE49-F238E27FC236}">
                <a16:creationId xmlns:a16="http://schemas.microsoft.com/office/drawing/2014/main" id="{6EBD2539-ABD1-40DD-8933-464D93B7720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999" y="3345642"/>
            <a:ext cx="4644724" cy="400110"/>
          </a:xfrm>
          <a:prstGeom prst="rect">
            <a:avLst/>
          </a:prstGeom>
        </p:spPr>
        <p:txBody>
          <a:bodyPr>
            <a:noAutofit/>
          </a:bodyPr>
          <a:lstStyle>
            <a:lvl1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Name of the event or project or presenter</a:t>
            </a:r>
          </a:p>
          <a:p>
            <a:pPr lvl="0"/>
            <a:r>
              <a:rPr lang="en-US" dirty="0"/>
              <a:t>Location, ##Month##</a:t>
            </a:r>
          </a:p>
        </p:txBody>
      </p:sp>
      <p:sp>
        <p:nvSpPr>
          <p:cNvPr id="18" name="meta-identifier">
            <a:extLst>
              <a:ext uri="{FF2B5EF4-FFF2-40B4-BE49-F238E27FC236}">
                <a16:creationId xmlns:a16="http://schemas.microsoft.com/office/drawing/2014/main" id="{54E64FCC-3FE9-443B-AD0F-06908B8BA7C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999" y="3808816"/>
            <a:ext cx="4644724" cy="196977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b="1">
                <a:solidFill>
                  <a:schemeClr val="accent4"/>
                </a:solidFill>
                <a:latin typeface="+mn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DHL Business Unit – Claim, Delivery (bold), 12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EB0F513B-4E07-4812-ADA8-811D6592E56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27436" y="4476061"/>
            <a:ext cx="1475999" cy="351428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>
              <a:defRPr sz="1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dirty="0"/>
              <a:t>1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76254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dark picture, gradient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B4A82-6837-42CB-8B67-FDC5119BE96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0" y="0"/>
            <a:ext cx="9144000" cy="5148000"/>
          </a:xfrm>
          <a:prstGeom prst="rect">
            <a:avLst/>
          </a:prstGeom>
          <a:gradFill flip="none" rotWithShape="1">
            <a:gsLst>
              <a:gs pos="100000">
                <a:schemeClr val="tx1">
                  <a:alpha val="0"/>
                </a:schemeClr>
              </a:gs>
              <a:gs pos="40000">
                <a:schemeClr val="tx1">
                  <a:alpha val="30000"/>
                </a:schemeClr>
              </a:gs>
            </a:gsLst>
            <a:lin ang="0" scaled="1"/>
            <a:tileRect/>
          </a:gradFill>
        </p:spPr>
        <p:txBody>
          <a:bodyPr/>
          <a:lstStyle>
            <a:lvl1pPr>
              <a:defRPr sz="100"/>
            </a:lvl1pPr>
          </a:lstStyle>
          <a:p>
            <a:pPr lvl="0"/>
            <a:r>
              <a:rPr lang="en-GB" dirty="0"/>
              <a:t>1</a:t>
            </a:r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8EBE0D14-C041-444F-B729-073226190586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9144000" cy="5148000"/>
          </a:xfrm>
          <a:prstGeom prst="rect">
            <a:avLst/>
          </a:prstGeom>
          <a:solidFill>
            <a:srgbClr val="333333"/>
          </a:solidFill>
        </p:spPr>
        <p:txBody>
          <a:bodyPr lIns="324000" tIns="576000"/>
          <a:lstStyle>
            <a:lvl1pPr>
              <a:defRPr sz="1000" b="0" i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Please use and adjust this transparent box to darken the background image for good readability. Please insert an image and send it to the background.</a:t>
            </a:r>
          </a:p>
        </p:txBody>
      </p:sp>
      <p:sp>
        <p:nvSpPr>
          <p:cNvPr id="3" name="meta-subline">
            <a:extLst>
              <a:ext uri="{FF2B5EF4-FFF2-40B4-BE49-F238E27FC236}">
                <a16:creationId xmlns:a16="http://schemas.microsoft.com/office/drawing/2014/main" id="{34533E2D-E3E8-4028-915B-4B522D9607C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24000" y="2740802"/>
            <a:ext cx="8495999" cy="5032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cap="all" baseline="0">
                <a:solidFill>
                  <a:schemeClr val="bg1"/>
                </a:solidFill>
                <a:latin typeface="Delivery Cd Light" panose="020F040602020402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Optional subline in one OR TWO </a:t>
            </a:r>
            <a:r>
              <a:rPr lang="en-US" dirty="0" err="1"/>
              <a:t>lineS</a:t>
            </a:r>
            <a:r>
              <a:rPr lang="en-US" dirty="0"/>
              <a:t>, Delivery CONDENSED LIGHT, 18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243A0BD6-FFA5-412C-95AF-EC90EFB114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4000" y="1241929"/>
            <a:ext cx="8495999" cy="1498873"/>
          </a:xfrm>
        </p:spPr>
        <p:txBody>
          <a:bodyPr/>
          <a:lstStyle>
            <a:lvl1pPr>
              <a:lnSpc>
                <a:spcPct val="90000"/>
              </a:lnSpc>
              <a:defRPr sz="3600" b="0" i="0" cap="all" baseline="0">
                <a:solidFill>
                  <a:schemeClr val="bg1"/>
                </a:solidFill>
                <a:latin typeface="Delivery Cd Black" panose="020F0906020204020204" pitchFamily="34" charset="0"/>
              </a:defRPr>
            </a:lvl1pPr>
          </a:lstStyle>
          <a:p>
            <a:r>
              <a:rPr lang="en-US" dirty="0"/>
              <a:t>SAMPLE TITLE Delivery CONDENSED BLACK, 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15" name="meta-project">
            <a:extLst>
              <a:ext uri="{FF2B5EF4-FFF2-40B4-BE49-F238E27FC236}">
                <a16:creationId xmlns:a16="http://schemas.microsoft.com/office/drawing/2014/main" id="{6EBD2539-ABD1-40DD-8933-464D93B7720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999" y="3345642"/>
            <a:ext cx="4644724" cy="400110"/>
          </a:xfrm>
          <a:prstGeom prst="rect">
            <a:avLst/>
          </a:prstGeom>
        </p:spPr>
        <p:txBody>
          <a:bodyPr>
            <a:noAutofit/>
          </a:bodyPr>
          <a:lstStyle>
            <a:lvl1pPr>
              <a:spcAft>
                <a:spcPts val="0"/>
              </a:spcAft>
              <a:defRPr>
                <a:solidFill>
                  <a:schemeClr val="bg1"/>
                </a:solidFill>
                <a:latin typeface="+mn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Name of the event or project or presenter</a:t>
            </a:r>
          </a:p>
          <a:p>
            <a:pPr lvl="0"/>
            <a:r>
              <a:rPr lang="en-US" dirty="0"/>
              <a:t>Location, ##Month##</a:t>
            </a:r>
          </a:p>
        </p:txBody>
      </p:sp>
      <p:sp>
        <p:nvSpPr>
          <p:cNvPr id="18" name="meta-identifier">
            <a:extLst>
              <a:ext uri="{FF2B5EF4-FFF2-40B4-BE49-F238E27FC236}">
                <a16:creationId xmlns:a16="http://schemas.microsoft.com/office/drawing/2014/main" id="{54E64FCC-3FE9-443B-AD0F-06908B8BA7C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999" y="3808816"/>
            <a:ext cx="4644724" cy="196977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DHL Business Unit – Claim, Delivery (bold), 12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52E2F260-C471-49DE-81D6-239F208F048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0020" y="4314061"/>
            <a:ext cx="8658000" cy="670842"/>
          </a:xfrm>
          <a:prstGeom prst="rect">
            <a:avLst/>
          </a:prstGeom>
          <a:gradFill flip="none" rotWithShape="1">
            <a:gsLst>
              <a:gs pos="50000">
                <a:schemeClr val="accent3"/>
              </a:gs>
              <a:gs pos="100000">
                <a:schemeClr val="accent3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Autofit/>
          </a:bodyPr>
          <a:lstStyle>
            <a:lvl1pPr algn="l">
              <a:defRPr lang="en-US" sz="100" smtClean="0">
                <a:solidFill>
                  <a:schemeClr val="accent3"/>
                </a:solidFill>
              </a:defRPr>
            </a:lvl1pPr>
            <a:lvl2pPr>
              <a:defRPr lang="en-US" sz="1350" smtClean="0">
                <a:solidFill>
                  <a:schemeClr val="lt1"/>
                </a:solidFill>
              </a:defRPr>
            </a:lvl2pPr>
            <a:lvl3pPr>
              <a:defRPr lang="en-US" sz="1350" smtClean="0">
                <a:solidFill>
                  <a:schemeClr val="lt1"/>
                </a:solidFill>
              </a:defRPr>
            </a:lvl3pPr>
            <a:lvl4pPr>
              <a:defRPr lang="en-US" sz="1350" smtClean="0">
                <a:solidFill>
                  <a:schemeClr val="lt1"/>
                </a:solidFill>
              </a:defRPr>
            </a:lvl4pPr>
            <a:lvl5pPr>
              <a:defRPr lang="en-US" sz="1350">
                <a:solidFill>
                  <a:schemeClr val="lt1"/>
                </a:solidFill>
              </a:defRPr>
            </a:lvl5pPr>
          </a:lstStyle>
          <a:p>
            <a:pPr lvl="0" algn="ctr"/>
            <a:r>
              <a:rPr lang="en-US" dirty="0"/>
              <a:t>1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1DB0E010-C9CE-4D82-B3EE-AA6AD62929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27436" y="4476061"/>
            <a:ext cx="1475999" cy="351428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>
              <a:defRPr sz="1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dirty="0"/>
              <a:t>1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768750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: full page gradient">
    <p:bg>
      <p:bgPr>
        <a:gradFill flip="none" rotWithShape="1">
          <a:gsLst>
            <a:gs pos="30000">
              <a:schemeClr val="accent3"/>
            </a:gs>
            <a:gs pos="79000">
              <a:srgbClr val="FFDE59"/>
            </a:gs>
            <a:gs pos="100000">
              <a:srgbClr val="FFF0B2"/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tertitel 2">
            <a:extLst>
              <a:ext uri="{FF2B5EF4-FFF2-40B4-BE49-F238E27FC236}">
                <a16:creationId xmlns:a16="http://schemas.microsoft.com/office/drawing/2014/main" id="{34533E2D-E3E8-4028-915B-4B522D9607C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24000" y="2017985"/>
            <a:ext cx="8495999" cy="5032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cap="all" baseline="0">
                <a:solidFill>
                  <a:schemeClr val="accent4"/>
                </a:solidFill>
                <a:latin typeface="Delivery Cd Light" panose="020F040602020402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OPTIONAL subline in one OR TWO </a:t>
            </a:r>
            <a:r>
              <a:rPr lang="en-US" dirty="0" err="1"/>
              <a:t>lineS</a:t>
            </a:r>
            <a:r>
              <a:rPr lang="en-US" dirty="0"/>
              <a:t>, Delivery CONDENSED LIGHT, 18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243A0BD6-FFA5-412C-95AF-EC90EFB114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4000" y="519112"/>
            <a:ext cx="8495999" cy="1498873"/>
          </a:xfrm>
        </p:spPr>
        <p:txBody>
          <a:bodyPr/>
          <a:lstStyle>
            <a:lvl1pPr>
              <a:lnSpc>
                <a:spcPct val="90000"/>
              </a:lnSpc>
              <a:defRPr sz="3600" b="0" i="0" cap="all" baseline="0">
                <a:solidFill>
                  <a:schemeClr val="accent4"/>
                </a:solidFill>
                <a:latin typeface="Delivery Cd Black" panose="020F0906020204020204" pitchFamily="34" charset="0"/>
              </a:defRPr>
            </a:lvl1pPr>
          </a:lstStyle>
          <a:p>
            <a:r>
              <a:rPr lang="en-US" dirty="0"/>
              <a:t>section divider with Gradient, Delivery CONDENSED BLACK, 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134C61-AE90-4876-9405-4282167F38E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DHL | Presentation title | Location | xx Month 20xx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D195B8-0DD2-4278-B191-4D18AA251FF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245BC1-4D7B-4ED3-8F01-840FA35126C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4596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: half page gradient">
    <p:bg>
      <p:bgPr>
        <a:gradFill flip="none" rotWithShape="1">
          <a:gsLst>
            <a:gs pos="79000">
              <a:srgbClr val="FFDE59"/>
            </a:gs>
            <a:gs pos="30000">
              <a:schemeClr val="accent3"/>
            </a:gs>
            <a:gs pos="100000">
              <a:srgbClr val="FFF0B2"/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tertitel 2">
            <a:extLst>
              <a:ext uri="{FF2B5EF4-FFF2-40B4-BE49-F238E27FC236}">
                <a16:creationId xmlns:a16="http://schemas.microsoft.com/office/drawing/2014/main" id="{34533E2D-E3E8-4028-915B-4B522D9607C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24001" y="2758969"/>
            <a:ext cx="4644723" cy="5032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cap="all" baseline="0">
                <a:solidFill>
                  <a:schemeClr val="accent4"/>
                </a:solidFill>
                <a:latin typeface="Delivery Cd Light" panose="020F040602020402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Optional subline in one OR TWO </a:t>
            </a:r>
            <a:r>
              <a:rPr lang="en-US" dirty="0" err="1"/>
              <a:t>lineS</a:t>
            </a:r>
            <a:r>
              <a:rPr lang="en-US" dirty="0"/>
              <a:t>, </a:t>
            </a:r>
          </a:p>
          <a:p>
            <a:r>
              <a:rPr lang="en-US" dirty="0"/>
              <a:t>Delivery CONDENSED LIGHT, 18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243A0BD6-FFA5-412C-95AF-EC90EFB114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4001" y="1260096"/>
            <a:ext cx="4644723" cy="1498873"/>
          </a:xfrm>
        </p:spPr>
        <p:txBody>
          <a:bodyPr/>
          <a:lstStyle>
            <a:lvl1pPr>
              <a:lnSpc>
                <a:spcPct val="90000"/>
              </a:lnSpc>
              <a:defRPr sz="3600" b="0" i="0" cap="all" baseline="0">
                <a:solidFill>
                  <a:schemeClr val="accent4"/>
                </a:solidFill>
                <a:latin typeface="Delivery Cd Black" panose="020F0906020204020204" pitchFamily="34" charset="0"/>
              </a:defRPr>
            </a:lvl1pPr>
          </a:lstStyle>
          <a:p>
            <a:r>
              <a:rPr lang="en-US" dirty="0"/>
              <a:t>section divider </a:t>
            </a:r>
            <a:br>
              <a:rPr lang="en-US" dirty="0"/>
            </a:br>
            <a:r>
              <a:rPr lang="en-US" dirty="0"/>
              <a:t>with image, 36 PT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4A5375F-57B6-4F34-B285-0212289DE52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292726" y="0"/>
            <a:ext cx="3851275" cy="5148000"/>
          </a:xfrm>
          <a:prstGeom prst="rect">
            <a:avLst/>
          </a:prstGeom>
          <a:solidFill>
            <a:srgbClr val="CCCCCC"/>
          </a:solidFill>
        </p:spPr>
        <p:txBody>
          <a:bodyPr lIns="72000" tIns="72000" rIns="72000" bIns="72000"/>
          <a:lstStyle>
            <a:lvl1pPr>
              <a:defRPr/>
            </a:lvl1pPr>
          </a:lstStyle>
          <a:p>
            <a:r>
              <a:rPr lang="en-US" dirty="0"/>
              <a:t>Please click the icon to insert an image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F55C8B4-1569-420F-94F8-0A45D58CC3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DHL | Presentation title | Location | xx Month 20xx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9E2F84-6B48-4F57-8783-342F789CB32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2245BC1-4D7B-4ED3-8F01-840FA35126C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3713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: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55AA5-C875-4E2C-962B-7BF752DF5F2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Double headline with one or two lines, Delivery Bold, 18 </a:t>
            </a:r>
            <a:r>
              <a:rPr lang="en-US" dirty="0" err="1"/>
              <a:t>pt</a:t>
            </a:r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3ED683-F9E2-432B-9EE5-F787159B7C2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DHL | Presentation title | Location | xx Month 20xx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90C2FE-3516-4404-9D7F-3E6C342436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245BC1-4D7B-4ED3-8F01-840FA35126C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A3BBD46-F6A3-49DC-8F32-053AD1A8863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3850" y="1150938"/>
            <a:ext cx="2722563" cy="3530600"/>
          </a:xfrm>
          <a:prstGeom prst="rect">
            <a:avLst/>
          </a:prstGeom>
        </p:spPr>
        <p:txBody>
          <a:bodyPr/>
          <a:lstStyle>
            <a:lvl1pPr marL="252000" indent="-252000">
              <a:spcBef>
                <a:spcPts val="1400"/>
              </a:spcBef>
              <a:spcAft>
                <a:spcPts val="0"/>
              </a:spcAft>
              <a:buAutoNum type="arabicPlain"/>
              <a:defRPr b="1"/>
            </a:lvl1pPr>
            <a:lvl2pPr marL="252000" indent="0">
              <a:lnSpc>
                <a:spcPct val="100000"/>
              </a:lnSpc>
              <a:spcAft>
                <a:spcPts val="0"/>
              </a:spcAft>
              <a:buNone/>
              <a:defRPr/>
            </a:lvl2pPr>
          </a:lstStyle>
          <a:p>
            <a:pPr lvl="0"/>
            <a:r>
              <a:rPr lang="en-US" dirty="0"/>
              <a:t>Sample section, Delivery Bold, </a:t>
            </a:r>
            <a:br>
              <a:rPr lang="en-US" dirty="0"/>
            </a:br>
            <a:r>
              <a:rPr lang="en-US" dirty="0"/>
              <a:t>12 </a:t>
            </a:r>
            <a:r>
              <a:rPr lang="en-US" dirty="0" err="1"/>
              <a:t>pt</a:t>
            </a:r>
            <a:endParaRPr lang="en-US" dirty="0"/>
          </a:p>
          <a:p>
            <a:pPr lvl="1"/>
            <a:r>
              <a:rPr lang="en-US" dirty="0"/>
              <a:t>Sample text, Delivery, 12 </a:t>
            </a:r>
            <a:r>
              <a:rPr lang="en-US" dirty="0" err="1"/>
              <a:t>pt</a:t>
            </a:r>
            <a:endParaRPr lang="en-US" dirty="0"/>
          </a:p>
          <a:p>
            <a:pPr lvl="0"/>
            <a:endParaRPr lang="en-GB" dirty="0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4F39E3AB-4E3D-4482-A3E6-FBBC80DEA30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08339" y="1150938"/>
            <a:ext cx="2722564" cy="3530600"/>
          </a:xfrm>
          <a:prstGeom prst="rect">
            <a:avLst/>
          </a:prstGeom>
        </p:spPr>
        <p:txBody>
          <a:bodyPr/>
          <a:lstStyle>
            <a:lvl1pPr marL="252000" indent="-252000">
              <a:spcBef>
                <a:spcPts val="1400"/>
              </a:spcBef>
              <a:spcAft>
                <a:spcPts val="0"/>
              </a:spcAft>
              <a:buAutoNum type="arabicPlain" startAt="7"/>
              <a:defRPr b="1"/>
            </a:lvl1pPr>
            <a:lvl2pPr marL="252000" indent="0">
              <a:lnSpc>
                <a:spcPct val="100000"/>
              </a:lnSpc>
              <a:spcAft>
                <a:spcPts val="0"/>
              </a:spcAft>
              <a:buNone/>
              <a:defRPr/>
            </a:lvl2pPr>
          </a:lstStyle>
          <a:p>
            <a:pPr lvl="0"/>
            <a:r>
              <a:rPr lang="en-US" dirty="0"/>
              <a:t>Sample section, Delivery Bold, </a:t>
            </a:r>
            <a:br>
              <a:rPr lang="en-US" dirty="0"/>
            </a:br>
            <a:r>
              <a:rPr lang="en-US" dirty="0"/>
              <a:t>12 </a:t>
            </a:r>
            <a:r>
              <a:rPr lang="en-US" dirty="0" err="1"/>
              <a:t>pt</a:t>
            </a:r>
            <a:endParaRPr lang="en-US" dirty="0"/>
          </a:p>
          <a:p>
            <a:pPr lvl="1"/>
            <a:r>
              <a:rPr lang="en-US" dirty="0"/>
              <a:t>Sample text, Delivery, 12 </a:t>
            </a:r>
            <a:r>
              <a:rPr lang="en-US" dirty="0" err="1"/>
              <a:t>pt</a:t>
            </a:r>
            <a:endParaRPr lang="en-US" dirty="0"/>
          </a:p>
          <a:p>
            <a:pPr lvl="0"/>
            <a:endParaRPr lang="en-US" dirty="0"/>
          </a:p>
          <a:p>
            <a:pPr lvl="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78337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: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F4958-514A-4601-B68D-C79842B999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Double headline with one or two lines, Delivery Bold, 18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27EF1F-9ACF-48EE-A949-EAF14645397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DHL | Presentation title | Location | xx Month 20xx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38F358-6501-48B8-80CA-E7836E5B988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245BC1-4D7B-4ED3-8F01-840FA35126C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AB14529-BCAE-43FA-A029-C343F83E0454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24000" y="1150938"/>
            <a:ext cx="8495999" cy="3528000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 sz="1200"/>
            </a:lvl6pPr>
            <a:lvl7pPr>
              <a:defRPr sz="1200"/>
            </a:lvl7pPr>
          </a:lstStyle>
          <a:p>
            <a:pPr lvl="0"/>
            <a:r>
              <a:rPr lang="en-US" dirty="0"/>
              <a:t>Body text in Delivery, 12 </a:t>
            </a:r>
            <a:r>
              <a:rPr lang="en-US" dirty="0" err="1"/>
              <a:t>pt</a:t>
            </a:r>
            <a:endParaRPr lang="en-US" dirty="0"/>
          </a:p>
          <a:p>
            <a:pPr lvl="1"/>
            <a:r>
              <a:rPr lang="en-US" dirty="0"/>
              <a:t>Bullet text, Delivery, 12 </a:t>
            </a:r>
            <a:r>
              <a:rPr lang="en-US" dirty="0" err="1"/>
              <a:t>pt</a:t>
            </a:r>
            <a:r>
              <a:rPr lang="en-US" dirty="0"/>
              <a:t> </a:t>
            </a:r>
          </a:p>
          <a:p>
            <a:pPr lvl="2"/>
            <a:r>
              <a:rPr lang="en-US" dirty="0"/>
              <a:t>Bullet text, Delivery, 12 </a:t>
            </a:r>
            <a:r>
              <a:rPr lang="en-US" dirty="0" err="1"/>
              <a:t>pt</a:t>
            </a:r>
            <a:endParaRPr lang="en-US" dirty="0"/>
          </a:p>
          <a:p>
            <a:pPr lvl="3"/>
            <a:r>
              <a:rPr lang="en-US" dirty="0"/>
              <a:t>Bullet text, Delivery, 12 </a:t>
            </a:r>
            <a:r>
              <a:rPr lang="en-US" dirty="0" err="1"/>
              <a:t>pt</a:t>
            </a:r>
            <a:r>
              <a:rPr lang="en-US" dirty="0"/>
              <a:t> </a:t>
            </a:r>
          </a:p>
          <a:p>
            <a:pPr lvl="4"/>
            <a:r>
              <a:rPr lang="en-US" dirty="0"/>
              <a:t>Action title, Delivery Regular, 15 </a:t>
            </a:r>
            <a:r>
              <a:rPr lang="en-US" dirty="0" err="1"/>
              <a:t>pt</a:t>
            </a:r>
            <a:endParaRPr lang="en-US" dirty="0"/>
          </a:p>
          <a:p>
            <a:pPr lvl="5"/>
            <a:r>
              <a:rPr lang="en-US" dirty="0"/>
              <a:t>Paragraph Headline, Delivery Bold, 12 </a:t>
            </a:r>
            <a:r>
              <a:rPr lang="en-US" dirty="0" err="1"/>
              <a:t>pt</a:t>
            </a:r>
            <a:endParaRPr lang="en-US" dirty="0"/>
          </a:p>
          <a:p>
            <a:pPr lvl="6"/>
            <a:r>
              <a:rPr lang="en-US" sz="1200" dirty="0"/>
              <a:t>Bullet number, Delivery, 12 </a:t>
            </a:r>
            <a:r>
              <a:rPr lang="en-US" sz="1200" dirty="0" err="1"/>
              <a:t>pt</a:t>
            </a:r>
            <a:r>
              <a:rPr lang="en-US" sz="1200" dirty="0"/>
              <a:t>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D5CED03-C33D-4356-A21D-74205078B24D}"/>
              </a:ext>
            </a:extLst>
          </p:cNvPr>
          <p:cNvSpPr/>
          <p:nvPr/>
        </p:nvSpPr>
        <p:spPr>
          <a:xfrm>
            <a:off x="2286000" y="1729212"/>
            <a:ext cx="4572000" cy="300082"/>
          </a:xfrm>
          <a:prstGeom prst="rect">
            <a:avLst/>
          </a:prstGeom>
        </p:spPr>
        <p:txBody>
          <a:bodyPr>
            <a:spAutoFit/>
          </a:bodyPr>
          <a:lstStyle/>
          <a:p>
            <a:pPr lvl="2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704087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: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EF21E-737D-4419-BFB1-7E3BAF4E7B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Double headline with one or two lines, Delivery Bold, 18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4C42CC-B85A-402A-8160-8B4CC790046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DHL | Presentation title | Location | xx Month 20xx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238AF6-F51C-40B8-BD5A-EE1AE942F1B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245BC1-4D7B-4ED3-8F01-840FA35126C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58661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: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49F3C-D71F-48B0-816B-AA2AB64973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Double headline with one or two lines, Delivery Bold, 18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4F32AD-3FC7-4091-8554-127642F8067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DHL | Presentation title | Location | xx Month 20xx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180CEC-C0BC-4F28-99ED-9A7B307FEE0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245BC1-4D7B-4ED3-8F01-840FA35126C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05EC38-B07E-496F-9ED7-8B08225083C7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24001" y="1150938"/>
            <a:ext cx="4165450" cy="3530600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 sz="1200"/>
            </a:lvl6pPr>
            <a:lvl7pPr>
              <a:defRPr sz="1200"/>
            </a:lvl7pPr>
          </a:lstStyle>
          <a:p>
            <a:pPr lvl="0"/>
            <a:r>
              <a:rPr lang="en-US" dirty="0"/>
              <a:t>Body text in Delivery, 12 </a:t>
            </a:r>
            <a:r>
              <a:rPr lang="en-US" dirty="0" err="1"/>
              <a:t>pt</a:t>
            </a:r>
            <a:endParaRPr lang="en-US" dirty="0"/>
          </a:p>
          <a:p>
            <a:pPr lvl="1"/>
            <a:r>
              <a:rPr lang="en-US" dirty="0"/>
              <a:t>Bullet text, Delivery, 12 </a:t>
            </a:r>
            <a:r>
              <a:rPr lang="en-US" dirty="0" err="1"/>
              <a:t>pt</a:t>
            </a:r>
            <a:r>
              <a:rPr lang="en-US" dirty="0"/>
              <a:t> </a:t>
            </a:r>
          </a:p>
          <a:p>
            <a:pPr lvl="2"/>
            <a:r>
              <a:rPr lang="en-US" dirty="0"/>
              <a:t>Bullet text, Delivery, 12 </a:t>
            </a:r>
            <a:r>
              <a:rPr lang="en-US" dirty="0" err="1"/>
              <a:t>pt</a:t>
            </a:r>
            <a:endParaRPr lang="en-US" dirty="0"/>
          </a:p>
          <a:p>
            <a:pPr lvl="3"/>
            <a:r>
              <a:rPr lang="en-US" dirty="0"/>
              <a:t>Bullet text, Delivery, 12 </a:t>
            </a:r>
            <a:r>
              <a:rPr lang="en-US" dirty="0" err="1"/>
              <a:t>pt</a:t>
            </a:r>
            <a:r>
              <a:rPr lang="en-US" dirty="0"/>
              <a:t> </a:t>
            </a:r>
          </a:p>
          <a:p>
            <a:pPr lvl="4"/>
            <a:r>
              <a:rPr lang="en-US" dirty="0"/>
              <a:t>Action title, Delivery Regular, 15 </a:t>
            </a:r>
            <a:r>
              <a:rPr lang="en-US" dirty="0" err="1"/>
              <a:t>pt</a:t>
            </a:r>
            <a:endParaRPr lang="en-US" dirty="0"/>
          </a:p>
          <a:p>
            <a:pPr lvl="5"/>
            <a:r>
              <a:rPr lang="en-US" dirty="0"/>
              <a:t>Paragraph Headline, Delivery Bold, 12 </a:t>
            </a:r>
            <a:r>
              <a:rPr lang="en-US" dirty="0" err="1"/>
              <a:t>pt</a:t>
            </a:r>
            <a:endParaRPr lang="en-US" dirty="0"/>
          </a:p>
          <a:p>
            <a:pPr lvl="6"/>
            <a:r>
              <a:rPr lang="en-US" dirty="0"/>
              <a:t>Bullet number, Delivery, 12 </a:t>
            </a:r>
            <a:r>
              <a:rPr lang="en-US" dirty="0" err="1"/>
              <a:t>pt</a:t>
            </a:r>
            <a:r>
              <a:rPr lang="en-US" dirty="0"/>
              <a:t> 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09D4F118-EC4E-4697-8B94-89026AF38F0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654549" y="1150938"/>
            <a:ext cx="4165450" cy="3530600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 sz="1200"/>
            </a:lvl6pPr>
            <a:lvl7pPr>
              <a:defRPr sz="1200"/>
            </a:lvl7pPr>
          </a:lstStyle>
          <a:p>
            <a:pPr lvl="0"/>
            <a:r>
              <a:rPr lang="en-US" dirty="0"/>
              <a:t>Body text in Delivery, 12 </a:t>
            </a:r>
            <a:r>
              <a:rPr lang="en-US" dirty="0" err="1"/>
              <a:t>pt</a:t>
            </a:r>
            <a:endParaRPr lang="en-US" dirty="0"/>
          </a:p>
          <a:p>
            <a:pPr lvl="1"/>
            <a:r>
              <a:rPr lang="en-US" dirty="0"/>
              <a:t>Bullet text, Delivery, 12 </a:t>
            </a:r>
            <a:r>
              <a:rPr lang="en-US" dirty="0" err="1"/>
              <a:t>pt</a:t>
            </a:r>
            <a:r>
              <a:rPr lang="en-US" dirty="0"/>
              <a:t> </a:t>
            </a:r>
          </a:p>
          <a:p>
            <a:pPr lvl="2"/>
            <a:r>
              <a:rPr lang="en-US" dirty="0"/>
              <a:t>Bullet text, Delivery, 12 </a:t>
            </a:r>
            <a:r>
              <a:rPr lang="en-US" dirty="0" err="1"/>
              <a:t>pt</a:t>
            </a:r>
            <a:endParaRPr lang="en-US" dirty="0"/>
          </a:p>
          <a:p>
            <a:pPr lvl="3"/>
            <a:r>
              <a:rPr lang="en-US" dirty="0"/>
              <a:t>Bullet text, Delivery, 12 </a:t>
            </a:r>
            <a:r>
              <a:rPr lang="en-US" dirty="0" err="1"/>
              <a:t>pt</a:t>
            </a:r>
            <a:r>
              <a:rPr lang="en-US" dirty="0"/>
              <a:t> </a:t>
            </a:r>
          </a:p>
          <a:p>
            <a:pPr lvl="4"/>
            <a:r>
              <a:rPr lang="en-US" dirty="0"/>
              <a:t>Action title, Delivery Regular, 15 </a:t>
            </a:r>
            <a:r>
              <a:rPr lang="en-US" dirty="0" err="1"/>
              <a:t>pt</a:t>
            </a:r>
            <a:endParaRPr lang="en-US" dirty="0"/>
          </a:p>
          <a:p>
            <a:pPr lvl="5"/>
            <a:r>
              <a:rPr lang="en-US" dirty="0"/>
              <a:t>Paragraph Headline, Delivery Bold, 12 </a:t>
            </a:r>
            <a:r>
              <a:rPr lang="en-US" dirty="0" err="1"/>
              <a:t>pt</a:t>
            </a:r>
            <a:endParaRPr lang="en-US" dirty="0"/>
          </a:p>
          <a:p>
            <a:pPr lvl="6"/>
            <a:r>
              <a:rPr lang="en-US" dirty="0"/>
              <a:t>Bullet number, Delivery, 12 </a:t>
            </a:r>
            <a:r>
              <a:rPr lang="en-US" dirty="0" err="1"/>
              <a:t>pt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553553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: 1 column, 1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C21F6A-3851-4800-A70C-75B7E973A6B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DHL | Presentation title | Location | xx Month 20xx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0140EB-C614-490E-95CD-A54BE084B79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245BC1-4D7B-4ED3-8F01-840FA35126C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038679AF-4954-4658-B135-45730398D31C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24001" y="1150938"/>
            <a:ext cx="4165450" cy="3530600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 sz="1200"/>
            </a:lvl6pPr>
            <a:lvl7pPr>
              <a:defRPr sz="1200"/>
            </a:lvl7pPr>
          </a:lstStyle>
          <a:p>
            <a:pPr lvl="0"/>
            <a:r>
              <a:rPr lang="en-US" dirty="0"/>
              <a:t>Body text in Delivery, 12 </a:t>
            </a:r>
            <a:r>
              <a:rPr lang="en-US" dirty="0" err="1"/>
              <a:t>pt</a:t>
            </a:r>
            <a:endParaRPr lang="en-US" dirty="0"/>
          </a:p>
          <a:p>
            <a:pPr lvl="1"/>
            <a:r>
              <a:rPr lang="en-US" dirty="0"/>
              <a:t>Bullet text, Delivery, 12 </a:t>
            </a:r>
            <a:r>
              <a:rPr lang="en-US" dirty="0" err="1"/>
              <a:t>pt</a:t>
            </a:r>
            <a:r>
              <a:rPr lang="en-US" dirty="0"/>
              <a:t> </a:t>
            </a:r>
          </a:p>
          <a:p>
            <a:pPr lvl="2"/>
            <a:r>
              <a:rPr lang="en-US" dirty="0"/>
              <a:t>Bullet text, Delivery, 12 </a:t>
            </a:r>
            <a:r>
              <a:rPr lang="en-US" dirty="0" err="1"/>
              <a:t>pt</a:t>
            </a:r>
            <a:endParaRPr lang="en-US" dirty="0"/>
          </a:p>
          <a:p>
            <a:pPr lvl="3"/>
            <a:r>
              <a:rPr lang="en-US" dirty="0"/>
              <a:t>Bullet text, Delivery, 12 </a:t>
            </a:r>
            <a:r>
              <a:rPr lang="en-US" dirty="0" err="1"/>
              <a:t>pt</a:t>
            </a:r>
            <a:r>
              <a:rPr lang="en-US" dirty="0"/>
              <a:t> </a:t>
            </a:r>
          </a:p>
          <a:p>
            <a:pPr lvl="4"/>
            <a:r>
              <a:rPr lang="en-US" dirty="0"/>
              <a:t>Action title, Delivery Regular, 15 </a:t>
            </a:r>
            <a:r>
              <a:rPr lang="en-US" dirty="0" err="1"/>
              <a:t>pt</a:t>
            </a:r>
            <a:endParaRPr lang="en-US" dirty="0"/>
          </a:p>
          <a:p>
            <a:pPr lvl="5"/>
            <a:r>
              <a:rPr lang="en-US" dirty="0"/>
              <a:t>Paragraph Headline, Delivery Bold, 12 </a:t>
            </a:r>
            <a:r>
              <a:rPr lang="en-US" dirty="0" err="1"/>
              <a:t>pt</a:t>
            </a:r>
            <a:endParaRPr lang="en-US" dirty="0"/>
          </a:p>
          <a:p>
            <a:pPr lvl="6"/>
            <a:r>
              <a:rPr lang="en-US" dirty="0"/>
              <a:t>Bullet number, Delivery, 12 </a:t>
            </a:r>
            <a:r>
              <a:rPr lang="en-US" dirty="0" err="1"/>
              <a:t>pt</a:t>
            </a:r>
            <a:r>
              <a:rPr lang="en-US" dirty="0"/>
              <a:t> 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367FEE81-04E7-45FF-A241-7D07B82E5C5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654549" y="1150938"/>
            <a:ext cx="4165450" cy="3530600"/>
          </a:xfrm>
          <a:prstGeom prst="rect">
            <a:avLst/>
          </a:prstGeom>
          <a:solidFill>
            <a:srgbClr val="CCCCCC"/>
          </a:solidFill>
        </p:spPr>
        <p:txBody>
          <a:bodyPr lIns="72000" tIns="72000" rIns="72000" bIns="72000" anchor="ctr"/>
          <a:lstStyle>
            <a:lvl1pPr algn="ctr">
              <a:defRPr/>
            </a:lvl1pPr>
          </a:lstStyle>
          <a:p>
            <a:r>
              <a:rPr lang="en-US" dirty="0"/>
              <a:t>Please click the icon to insert an image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297623A-4EAB-41C4-80D7-12A550C733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Double headline with one or two lines, Delivery Bold, 18 </a:t>
            </a:r>
            <a:r>
              <a:rPr lang="en-US" dirty="0" err="1"/>
              <a:t>pt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069562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: 1 column, 1 picture half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3A2DAE2-6DBF-4F49-9437-0D73AEFD3F52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292726" y="0"/>
            <a:ext cx="3851274" cy="5143500"/>
          </a:xfrm>
          <a:prstGeom prst="rect">
            <a:avLst/>
          </a:prstGeom>
          <a:solidFill>
            <a:srgbClr val="CCCCCC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 dirty="0"/>
              <a:t>Please click the icon to insert an image</a:t>
            </a:r>
          </a:p>
        </p:txBody>
      </p:sp>
      <p:graphicFrame>
        <p:nvGraphicFramePr>
          <p:cNvPr id="29" name="Objekt 28" hidden="1">
            <a:extLst>
              <a:ext uri="{FF2B5EF4-FFF2-40B4-BE49-F238E27FC236}">
                <a16:creationId xmlns:a16="http://schemas.microsoft.com/office/drawing/2014/main" id="{35CC8C36-E5F6-4785-85F2-7B1DD179C83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7839189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3" imgH="353" progId="TCLayout.ActiveDocument.1">
                  <p:embed/>
                </p:oleObj>
              </mc:Choice>
              <mc:Fallback>
                <p:oleObj name="think-cell Slide" r:id="rId4" imgW="353" imgH="353" progId="TCLayout.ActiveDocument.1">
                  <p:embed/>
                  <p:pic>
                    <p:nvPicPr>
                      <p:cNvPr id="29" name="Objekt 28" hidden="1">
                        <a:extLst>
                          <a:ext uri="{FF2B5EF4-FFF2-40B4-BE49-F238E27FC236}">
                            <a16:creationId xmlns:a16="http://schemas.microsoft.com/office/drawing/2014/main" id="{35CC8C36-E5F6-4785-85F2-7B1DD179C83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Rechteck 27" hidden="1">
            <a:extLst>
              <a:ext uri="{FF2B5EF4-FFF2-40B4-BE49-F238E27FC236}">
                <a16:creationId xmlns:a16="http://schemas.microsoft.com/office/drawing/2014/main" id="{5364B560-8A9F-4B7A-B988-CF7BF54F7125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l"/>
            <a:endParaRPr lang="en-US" sz="1800" b="1" i="0" baseline="0" dirty="0">
              <a:latin typeface="Delivery" panose="020F0503020204020204" pitchFamily="34" charset="0"/>
              <a:ea typeface="+mj-ea"/>
              <a:cs typeface="+mj-cs"/>
              <a:sym typeface="Delivery" panose="020F0503020204020204" pitchFamily="34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DC25DC-2D9E-4ABF-8944-4D2479BF728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DHL | Presentation title | Location | xx Month 20xx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728FFF-C4F8-4DDC-9D47-88E9283C619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245BC1-4D7B-4ED3-8F01-840FA35126C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219A887B-6080-4228-99B7-DF904417247B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24001" y="1150938"/>
            <a:ext cx="4644724" cy="3530600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 sz="1200"/>
            </a:lvl6pPr>
            <a:lvl7pPr>
              <a:defRPr sz="1200"/>
            </a:lvl7pPr>
          </a:lstStyle>
          <a:p>
            <a:pPr lvl="0"/>
            <a:r>
              <a:rPr lang="en-US" dirty="0"/>
              <a:t>Body text in Delivery, 12 </a:t>
            </a:r>
            <a:r>
              <a:rPr lang="en-US" dirty="0" err="1"/>
              <a:t>pt</a:t>
            </a:r>
            <a:endParaRPr lang="en-US" dirty="0"/>
          </a:p>
          <a:p>
            <a:pPr lvl="1"/>
            <a:r>
              <a:rPr lang="en-US" dirty="0"/>
              <a:t>Bullet text, Delivery, 12 </a:t>
            </a:r>
            <a:r>
              <a:rPr lang="en-US" dirty="0" err="1"/>
              <a:t>pt</a:t>
            </a:r>
            <a:r>
              <a:rPr lang="en-US" dirty="0"/>
              <a:t> </a:t>
            </a:r>
          </a:p>
          <a:p>
            <a:pPr lvl="2"/>
            <a:r>
              <a:rPr lang="en-US" dirty="0"/>
              <a:t>Bullet text, Delivery, 12 </a:t>
            </a:r>
            <a:r>
              <a:rPr lang="en-US" dirty="0" err="1"/>
              <a:t>pt</a:t>
            </a:r>
            <a:endParaRPr lang="en-US" dirty="0"/>
          </a:p>
          <a:p>
            <a:pPr lvl="3"/>
            <a:r>
              <a:rPr lang="en-US" dirty="0"/>
              <a:t>Bullet text, Delivery, 12 </a:t>
            </a:r>
            <a:r>
              <a:rPr lang="en-US" dirty="0" err="1"/>
              <a:t>pt</a:t>
            </a:r>
            <a:r>
              <a:rPr lang="en-US" dirty="0"/>
              <a:t> </a:t>
            </a:r>
          </a:p>
          <a:p>
            <a:pPr lvl="4"/>
            <a:r>
              <a:rPr lang="en-US" dirty="0"/>
              <a:t>Action title, Delivery Regular, 15 </a:t>
            </a:r>
            <a:r>
              <a:rPr lang="en-US" dirty="0" err="1"/>
              <a:t>pt</a:t>
            </a:r>
            <a:endParaRPr lang="en-US" dirty="0"/>
          </a:p>
          <a:p>
            <a:pPr lvl="5"/>
            <a:r>
              <a:rPr lang="en-US" dirty="0"/>
              <a:t>Paragraph Headline, Delivery Bold, 12 </a:t>
            </a:r>
            <a:r>
              <a:rPr lang="en-US" dirty="0" err="1"/>
              <a:t>pt</a:t>
            </a:r>
            <a:endParaRPr lang="en-US" dirty="0"/>
          </a:p>
          <a:p>
            <a:pPr lvl="6"/>
            <a:r>
              <a:rPr lang="en-US" dirty="0"/>
              <a:t>Bullet number, Delivery, 12 </a:t>
            </a:r>
            <a:r>
              <a:rPr lang="en-US" dirty="0" err="1"/>
              <a:t>pt</a:t>
            </a:r>
            <a:r>
              <a:rPr lang="en-US" dirty="0"/>
              <a:t> 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CE55F6D-FD9E-4946-8051-A82B7F8833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4000" y="385163"/>
            <a:ext cx="4644725" cy="493950"/>
          </a:xfrm>
        </p:spPr>
        <p:txBody>
          <a:bodyPr/>
          <a:lstStyle/>
          <a:p>
            <a:r>
              <a:rPr lang="en-US" dirty="0"/>
              <a:t>Double headline with one or two lines, Delivery Bold, 18 </a:t>
            </a:r>
            <a:r>
              <a:rPr lang="en-US" dirty="0" err="1"/>
              <a:t>pt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63935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: 1 column, 1 column half side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7D416913-53A8-4554-9E84-F88C14A369B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92726" y="0"/>
            <a:ext cx="3851274" cy="5143500"/>
          </a:xfrm>
          <a:prstGeom prst="rect">
            <a:avLst/>
          </a:prstGeom>
          <a:solidFill>
            <a:srgbClr val="CCCCCC"/>
          </a:solidFill>
        </p:spPr>
        <p:txBody>
          <a:bodyPr lIns="324000" tIns="1152000" rIns="324000" bIns="432000" anchor="t" anchorCtr="0"/>
          <a:lstStyle>
            <a:lvl1pPr>
              <a:defRPr/>
            </a:lvl1pPr>
            <a:lvl4pPr>
              <a:defRPr/>
            </a:lvl4pPr>
            <a:lvl6pPr>
              <a:defRPr sz="1200"/>
            </a:lvl6pPr>
            <a:lvl7pPr>
              <a:defRPr sz="1200"/>
            </a:lvl7pPr>
          </a:lstStyle>
          <a:p>
            <a:pPr lvl="0"/>
            <a:r>
              <a:rPr lang="en-US" dirty="0"/>
              <a:t>Body text in Delivery, 12 </a:t>
            </a:r>
            <a:r>
              <a:rPr lang="en-US" dirty="0" err="1"/>
              <a:t>pt</a:t>
            </a:r>
            <a:endParaRPr lang="en-US" dirty="0"/>
          </a:p>
          <a:p>
            <a:pPr lvl="1"/>
            <a:r>
              <a:rPr lang="en-US" dirty="0"/>
              <a:t>Bullet text, Delivery, 12 </a:t>
            </a:r>
            <a:r>
              <a:rPr lang="en-US" dirty="0" err="1"/>
              <a:t>pt</a:t>
            </a:r>
            <a:r>
              <a:rPr lang="en-US" dirty="0"/>
              <a:t> </a:t>
            </a:r>
          </a:p>
          <a:p>
            <a:pPr lvl="2"/>
            <a:r>
              <a:rPr lang="en-US" dirty="0"/>
              <a:t>Bullet text, Delivery, 12 </a:t>
            </a:r>
            <a:r>
              <a:rPr lang="en-US" dirty="0" err="1"/>
              <a:t>pt</a:t>
            </a:r>
            <a:endParaRPr lang="en-US" dirty="0"/>
          </a:p>
          <a:p>
            <a:pPr lvl="3"/>
            <a:r>
              <a:rPr lang="en-US" dirty="0"/>
              <a:t>Bullet text, Delivery, 12 </a:t>
            </a:r>
            <a:r>
              <a:rPr lang="en-US" dirty="0" err="1"/>
              <a:t>pt</a:t>
            </a:r>
            <a:r>
              <a:rPr lang="en-US" dirty="0"/>
              <a:t> </a:t>
            </a:r>
          </a:p>
          <a:p>
            <a:pPr lvl="4"/>
            <a:r>
              <a:rPr lang="en-US" dirty="0"/>
              <a:t>Action title, Delivery Regular, 15 </a:t>
            </a:r>
            <a:r>
              <a:rPr lang="en-US" dirty="0" err="1"/>
              <a:t>pt</a:t>
            </a:r>
            <a:endParaRPr lang="en-US" dirty="0"/>
          </a:p>
          <a:p>
            <a:pPr lvl="5"/>
            <a:r>
              <a:rPr lang="en-US" dirty="0"/>
              <a:t>Paragraph Headline, Delivery Bold, 12 </a:t>
            </a:r>
            <a:r>
              <a:rPr lang="en-US" dirty="0" err="1"/>
              <a:t>pt</a:t>
            </a:r>
            <a:endParaRPr lang="en-US" dirty="0"/>
          </a:p>
          <a:p>
            <a:pPr lvl="6"/>
            <a:r>
              <a:rPr lang="en-US" dirty="0"/>
              <a:t>Bullet number, Delivery, 12 </a:t>
            </a:r>
            <a:r>
              <a:rPr lang="en-US" dirty="0" err="1"/>
              <a:t>pt</a:t>
            </a:r>
            <a:r>
              <a:rPr lang="en-US" dirty="0"/>
              <a:t> </a:t>
            </a:r>
          </a:p>
          <a:p>
            <a:pPr lvl="4"/>
            <a:endParaRPr lang="en-US" dirty="0"/>
          </a:p>
        </p:txBody>
      </p:sp>
      <p:graphicFrame>
        <p:nvGraphicFramePr>
          <p:cNvPr id="29" name="Objekt 28" hidden="1">
            <a:extLst>
              <a:ext uri="{FF2B5EF4-FFF2-40B4-BE49-F238E27FC236}">
                <a16:creationId xmlns:a16="http://schemas.microsoft.com/office/drawing/2014/main" id="{35CC8C36-E5F6-4785-85F2-7B1DD179C83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3476423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3" imgH="353" progId="TCLayout.ActiveDocument.1">
                  <p:embed/>
                </p:oleObj>
              </mc:Choice>
              <mc:Fallback>
                <p:oleObj name="think-cell Slide" r:id="rId4" imgW="353" imgH="353" progId="TCLayout.ActiveDocument.1">
                  <p:embed/>
                  <p:pic>
                    <p:nvPicPr>
                      <p:cNvPr id="29" name="Objekt 28" hidden="1">
                        <a:extLst>
                          <a:ext uri="{FF2B5EF4-FFF2-40B4-BE49-F238E27FC236}">
                            <a16:creationId xmlns:a16="http://schemas.microsoft.com/office/drawing/2014/main" id="{35CC8C36-E5F6-4785-85F2-7B1DD179C83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Rechteck 27" hidden="1">
            <a:extLst>
              <a:ext uri="{FF2B5EF4-FFF2-40B4-BE49-F238E27FC236}">
                <a16:creationId xmlns:a16="http://schemas.microsoft.com/office/drawing/2014/main" id="{5364B560-8A9F-4B7A-B988-CF7BF54F7125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l"/>
            <a:endParaRPr lang="en-US" sz="1800" b="1" i="0" baseline="0" dirty="0">
              <a:latin typeface="Delivery" panose="020F0503020204020204" pitchFamily="34" charset="0"/>
              <a:ea typeface="+mj-ea"/>
              <a:cs typeface="+mj-cs"/>
              <a:sym typeface="Delivery" panose="020F0503020204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499984-62A4-47EC-9933-2FCC1131CB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4000" y="385200"/>
            <a:ext cx="4644725" cy="49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Double headline with one or two lines, Delivery Bold, 18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DC25DC-2D9E-4ABF-8944-4D2479BF728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DHL | Presentation title | Location | xx Month 20xx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728FFF-C4F8-4DDC-9D47-88E9283C619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245BC1-4D7B-4ED3-8F01-840FA35126C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219A887B-6080-4228-99B7-DF904417247B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24001" y="1150938"/>
            <a:ext cx="4644724" cy="3530600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 sz="1200"/>
            </a:lvl6pPr>
            <a:lvl7pPr>
              <a:defRPr sz="1200"/>
            </a:lvl7pPr>
          </a:lstStyle>
          <a:p>
            <a:pPr lvl="0"/>
            <a:r>
              <a:rPr lang="en-US" dirty="0"/>
              <a:t>Body text in Delivery, 12 </a:t>
            </a:r>
            <a:r>
              <a:rPr lang="en-US" dirty="0" err="1"/>
              <a:t>pt</a:t>
            </a:r>
            <a:endParaRPr lang="en-US" dirty="0"/>
          </a:p>
          <a:p>
            <a:pPr lvl="1"/>
            <a:r>
              <a:rPr lang="en-US" dirty="0"/>
              <a:t>Bullet text, Delivery, 12 </a:t>
            </a:r>
            <a:r>
              <a:rPr lang="en-US" dirty="0" err="1"/>
              <a:t>pt</a:t>
            </a:r>
            <a:r>
              <a:rPr lang="en-US" dirty="0"/>
              <a:t> </a:t>
            </a:r>
          </a:p>
          <a:p>
            <a:pPr lvl="2"/>
            <a:r>
              <a:rPr lang="en-US" dirty="0"/>
              <a:t>Bullet text, Delivery, 12 </a:t>
            </a:r>
            <a:r>
              <a:rPr lang="en-US" dirty="0" err="1"/>
              <a:t>pt</a:t>
            </a:r>
            <a:endParaRPr lang="en-US" dirty="0"/>
          </a:p>
          <a:p>
            <a:pPr lvl="3"/>
            <a:r>
              <a:rPr lang="en-US" dirty="0"/>
              <a:t>Bullet text, Delivery, 12 </a:t>
            </a:r>
            <a:r>
              <a:rPr lang="en-US" dirty="0" err="1"/>
              <a:t>pt</a:t>
            </a:r>
            <a:r>
              <a:rPr lang="en-US" dirty="0"/>
              <a:t> </a:t>
            </a:r>
          </a:p>
          <a:p>
            <a:pPr lvl="4"/>
            <a:r>
              <a:rPr lang="en-US" dirty="0"/>
              <a:t>Action title, Delivery Regular, 15 </a:t>
            </a:r>
            <a:r>
              <a:rPr lang="en-US" dirty="0" err="1"/>
              <a:t>pt</a:t>
            </a:r>
            <a:endParaRPr lang="en-US" dirty="0"/>
          </a:p>
          <a:p>
            <a:pPr lvl="5"/>
            <a:r>
              <a:rPr lang="en-US" dirty="0"/>
              <a:t>Paragraph Headline, Delivery Bold, 12 </a:t>
            </a:r>
            <a:r>
              <a:rPr lang="en-US" dirty="0" err="1"/>
              <a:t>pt</a:t>
            </a:r>
            <a:endParaRPr lang="en-US" dirty="0"/>
          </a:p>
          <a:p>
            <a:pPr lvl="6"/>
            <a:r>
              <a:rPr lang="en-US" dirty="0"/>
              <a:t>Bullet number, Delivery, 12 </a:t>
            </a:r>
            <a:r>
              <a:rPr lang="en-US" dirty="0" err="1"/>
              <a:t>pt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927013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: 1 column, 1 column half side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7D416913-53A8-4554-9E84-F88C14A369B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92726" y="0"/>
            <a:ext cx="3851274" cy="5143500"/>
          </a:xfrm>
          <a:prstGeom prst="rect">
            <a:avLst/>
          </a:prstGeom>
          <a:gradFill>
            <a:gsLst>
              <a:gs pos="30000">
                <a:schemeClr val="accent3"/>
              </a:gs>
              <a:gs pos="79000">
                <a:srgbClr val="FFDE59"/>
              </a:gs>
              <a:gs pos="100000">
                <a:srgbClr val="FFF0B2"/>
              </a:gs>
            </a:gsLst>
            <a:lin ang="16200000" scaled="1"/>
          </a:gradFill>
        </p:spPr>
        <p:txBody>
          <a:bodyPr lIns="324000" tIns="1152000" rIns="324000" bIns="432000" anchor="t" anchorCtr="0"/>
          <a:lstStyle>
            <a:lvl1pPr>
              <a:defRPr/>
            </a:lvl1pPr>
            <a:lvl4pPr>
              <a:defRPr/>
            </a:lvl4pPr>
            <a:lvl6pPr>
              <a:defRPr sz="1200"/>
            </a:lvl6pPr>
            <a:lvl7pPr>
              <a:defRPr sz="1200"/>
            </a:lvl7pPr>
          </a:lstStyle>
          <a:p>
            <a:pPr lvl="0"/>
            <a:r>
              <a:rPr lang="en-US" dirty="0"/>
              <a:t>Body text in Delivery, 12 </a:t>
            </a:r>
            <a:r>
              <a:rPr lang="en-US" dirty="0" err="1"/>
              <a:t>pt</a:t>
            </a:r>
            <a:endParaRPr lang="en-US" dirty="0"/>
          </a:p>
          <a:p>
            <a:pPr lvl="1"/>
            <a:r>
              <a:rPr lang="en-US" dirty="0"/>
              <a:t>Bullet text, Delivery, 12 </a:t>
            </a:r>
            <a:r>
              <a:rPr lang="en-US" dirty="0" err="1"/>
              <a:t>pt</a:t>
            </a:r>
            <a:r>
              <a:rPr lang="en-US" dirty="0"/>
              <a:t> </a:t>
            </a:r>
          </a:p>
          <a:p>
            <a:pPr lvl="2"/>
            <a:r>
              <a:rPr lang="en-US" dirty="0"/>
              <a:t>Bullet text, Delivery, 12 </a:t>
            </a:r>
            <a:r>
              <a:rPr lang="en-US" dirty="0" err="1"/>
              <a:t>pt</a:t>
            </a:r>
            <a:endParaRPr lang="en-US" dirty="0"/>
          </a:p>
          <a:p>
            <a:pPr lvl="3"/>
            <a:r>
              <a:rPr lang="en-US" dirty="0"/>
              <a:t>Bullet text, Delivery, 12 </a:t>
            </a:r>
            <a:r>
              <a:rPr lang="en-US" dirty="0" err="1"/>
              <a:t>pt</a:t>
            </a:r>
            <a:r>
              <a:rPr lang="en-US" dirty="0"/>
              <a:t> </a:t>
            </a:r>
          </a:p>
          <a:p>
            <a:pPr lvl="4"/>
            <a:r>
              <a:rPr lang="en-US" dirty="0"/>
              <a:t>Action title, Delivery Regular, 15 </a:t>
            </a:r>
            <a:r>
              <a:rPr lang="en-US" dirty="0" err="1"/>
              <a:t>pt</a:t>
            </a:r>
            <a:endParaRPr lang="en-US" dirty="0"/>
          </a:p>
          <a:p>
            <a:pPr lvl="5"/>
            <a:r>
              <a:rPr lang="en-US" dirty="0"/>
              <a:t>Paragraph Headline, Delivery Bold, 12 </a:t>
            </a:r>
            <a:r>
              <a:rPr lang="en-US" dirty="0" err="1"/>
              <a:t>pt</a:t>
            </a:r>
            <a:endParaRPr lang="en-US" dirty="0"/>
          </a:p>
          <a:p>
            <a:pPr lvl="6"/>
            <a:r>
              <a:rPr lang="en-US" dirty="0"/>
              <a:t>Bullet number, Delivery, 12 </a:t>
            </a:r>
            <a:r>
              <a:rPr lang="en-US" dirty="0" err="1"/>
              <a:t>pt</a:t>
            </a:r>
            <a:r>
              <a:rPr lang="en-US" dirty="0"/>
              <a:t> </a:t>
            </a:r>
          </a:p>
          <a:p>
            <a:pPr lvl="4"/>
            <a:endParaRPr lang="en-US" dirty="0"/>
          </a:p>
        </p:txBody>
      </p:sp>
      <p:graphicFrame>
        <p:nvGraphicFramePr>
          <p:cNvPr id="7" name="Objekt 6" hidden="1">
            <a:extLst>
              <a:ext uri="{FF2B5EF4-FFF2-40B4-BE49-F238E27FC236}">
                <a16:creationId xmlns:a16="http://schemas.microsoft.com/office/drawing/2014/main" id="{B0B4FDD3-3FA4-45F2-86F1-10A9DA1AAD3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1155311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3" imgH="353" progId="TCLayout.ActiveDocument.1">
                  <p:embed/>
                </p:oleObj>
              </mc:Choice>
              <mc:Fallback>
                <p:oleObj name="think-cell Slide" r:id="rId4" imgW="353" imgH="353" progId="TCLayout.ActiveDocument.1">
                  <p:embed/>
                  <p:pic>
                    <p:nvPicPr>
                      <p:cNvPr id="7" name="Objekt 6" hidden="1">
                        <a:extLst>
                          <a:ext uri="{FF2B5EF4-FFF2-40B4-BE49-F238E27FC236}">
                            <a16:creationId xmlns:a16="http://schemas.microsoft.com/office/drawing/2014/main" id="{B0B4FDD3-3FA4-45F2-86F1-10A9DA1AAD3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hteck 5" hidden="1">
            <a:extLst>
              <a:ext uri="{FF2B5EF4-FFF2-40B4-BE49-F238E27FC236}">
                <a16:creationId xmlns:a16="http://schemas.microsoft.com/office/drawing/2014/main" id="{6E863B02-413C-4D73-A746-5B2F80C99C06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l"/>
            <a:endParaRPr lang="en-US" sz="1800" b="1" i="0" baseline="0" dirty="0">
              <a:latin typeface="Delivery" panose="020F0503020204020204" pitchFamily="34" charset="0"/>
              <a:ea typeface="+mj-ea"/>
              <a:cs typeface="+mj-cs"/>
              <a:sym typeface="Delivery" panose="020F0503020204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499984-62A4-47EC-9933-2FCC1131CB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4000" y="385200"/>
            <a:ext cx="4644725" cy="49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Double headline with one or two lines, Delivery Bold, 18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DC25DC-2D9E-4ABF-8944-4D2479BF728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DHL | Presentation title | Location | xx Month 20xx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728FFF-C4F8-4DDC-9D47-88E9283C619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245BC1-4D7B-4ED3-8F01-840FA35126C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219A887B-6080-4228-99B7-DF904417247B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24001" y="1150938"/>
            <a:ext cx="4644724" cy="3530600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 sz="1200"/>
            </a:lvl6pPr>
            <a:lvl7pPr>
              <a:defRPr sz="1200"/>
            </a:lvl7pPr>
          </a:lstStyle>
          <a:p>
            <a:pPr lvl="0"/>
            <a:r>
              <a:rPr lang="en-US" dirty="0"/>
              <a:t>Body text in Delivery, 12 </a:t>
            </a:r>
            <a:r>
              <a:rPr lang="en-US" dirty="0" err="1"/>
              <a:t>pt</a:t>
            </a:r>
            <a:endParaRPr lang="en-US" dirty="0"/>
          </a:p>
          <a:p>
            <a:pPr lvl="1"/>
            <a:r>
              <a:rPr lang="en-US" dirty="0"/>
              <a:t>Bullet text, Delivery, 12 </a:t>
            </a:r>
            <a:r>
              <a:rPr lang="en-US" dirty="0" err="1"/>
              <a:t>pt</a:t>
            </a:r>
            <a:r>
              <a:rPr lang="en-US" dirty="0"/>
              <a:t> </a:t>
            </a:r>
          </a:p>
          <a:p>
            <a:pPr lvl="2"/>
            <a:r>
              <a:rPr lang="en-US" dirty="0"/>
              <a:t>Bullet text, Delivery, 12 </a:t>
            </a:r>
            <a:r>
              <a:rPr lang="en-US" dirty="0" err="1"/>
              <a:t>pt</a:t>
            </a:r>
            <a:endParaRPr lang="en-US" dirty="0"/>
          </a:p>
          <a:p>
            <a:pPr lvl="3"/>
            <a:r>
              <a:rPr lang="en-US" dirty="0"/>
              <a:t>Bullet text, Delivery, 12 </a:t>
            </a:r>
            <a:r>
              <a:rPr lang="en-US" dirty="0" err="1"/>
              <a:t>pt</a:t>
            </a:r>
            <a:r>
              <a:rPr lang="en-US" dirty="0"/>
              <a:t> </a:t>
            </a:r>
          </a:p>
          <a:p>
            <a:pPr lvl="4"/>
            <a:r>
              <a:rPr lang="en-US" dirty="0"/>
              <a:t>Action title, Delivery Regular, 15 </a:t>
            </a:r>
            <a:r>
              <a:rPr lang="en-US" dirty="0" err="1"/>
              <a:t>pt</a:t>
            </a:r>
            <a:endParaRPr lang="en-US" dirty="0"/>
          </a:p>
          <a:p>
            <a:pPr lvl="5"/>
            <a:r>
              <a:rPr lang="en-US" dirty="0"/>
              <a:t>Paragraph Headline, Delivery Bold, 12 </a:t>
            </a:r>
            <a:r>
              <a:rPr lang="en-US" dirty="0" err="1"/>
              <a:t>pt</a:t>
            </a:r>
            <a:endParaRPr lang="en-US" dirty="0"/>
          </a:p>
          <a:p>
            <a:pPr lvl="6"/>
            <a:r>
              <a:rPr lang="en-US" dirty="0"/>
              <a:t>Bullet number, Delivery, 12 </a:t>
            </a:r>
            <a:r>
              <a:rPr lang="en-US" dirty="0" err="1"/>
              <a:t>pt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645432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: empty 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6D0AD-4E79-4BFF-B8B5-BB937AA1CC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Double headline with one or two lines, Delivery Bold, 18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B27B9E-C404-4AF3-A250-0969317557F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DHL | Presentation title | Location | xx Month 20xx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688F39-AB4C-43BD-98F0-FD644C1453D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245BC1-4D7B-4ED3-8F01-840FA35126C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90685DA-4536-4D1F-9676-24537EC6488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24001" y="1150938"/>
            <a:ext cx="4165450" cy="3530600"/>
          </a:xfrm>
          <a:prstGeom prst="rect">
            <a:avLst/>
          </a:prstGeom>
          <a:solidFill>
            <a:srgbClr val="CCCCCC"/>
          </a:solidFill>
        </p:spPr>
        <p:txBody>
          <a:bodyPr lIns="72000" tIns="72000" rIns="72000" bIns="72000"/>
          <a:lstStyle>
            <a:lvl1pPr>
              <a:defRPr/>
            </a:lvl1pPr>
          </a:lstStyle>
          <a:p>
            <a:r>
              <a:rPr lang="en-US" dirty="0"/>
              <a:t>Please click the icon to insert an image</a:t>
            </a:r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11D8F016-E9C1-4ED6-8F46-E30AD613382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54548" y="1150938"/>
            <a:ext cx="4165450" cy="3530600"/>
          </a:xfrm>
          <a:prstGeom prst="rect">
            <a:avLst/>
          </a:prstGeom>
          <a:solidFill>
            <a:srgbClr val="CCCCCC"/>
          </a:solidFill>
        </p:spPr>
        <p:txBody>
          <a:bodyPr lIns="72000" tIns="72000" rIns="72000" bIns="72000"/>
          <a:lstStyle>
            <a:lvl1pPr>
              <a:defRPr/>
            </a:lvl1pPr>
          </a:lstStyle>
          <a:p>
            <a:r>
              <a:rPr lang="en-US" dirty="0"/>
              <a:t>Please click the icon to insert an image</a:t>
            </a:r>
          </a:p>
        </p:txBody>
      </p:sp>
    </p:spTree>
    <p:extLst>
      <p:ext uri="{BB962C8B-B14F-4D97-AF65-F5344CB8AC3E}">
        <p14:creationId xmlns:p14="http://schemas.microsoft.com/office/powerpoint/2010/main" val="8704355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light image full sc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A35D9B1-6310-46E2-8EA7-BFC29B52C65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CCCCCC"/>
          </a:solidFill>
        </p:spPr>
        <p:txBody>
          <a:bodyPr lIns="72000" tIns="72000" rIns="72000" bIns="72000"/>
          <a:lstStyle>
            <a:lvl1pPr algn="r">
              <a:defRPr/>
            </a:lvl1pPr>
          </a:lstStyle>
          <a:p>
            <a:r>
              <a:rPr lang="en-US" dirty="0"/>
              <a:t>Please click the icon to insert an image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5907E47-AED8-4AB8-AA7A-2736D73CFC5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24000" y="1150938"/>
            <a:ext cx="8495999" cy="3528000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 sz="1200"/>
            </a:lvl6pPr>
            <a:lvl7pPr>
              <a:defRPr sz="1200"/>
            </a:lvl7pPr>
          </a:lstStyle>
          <a:p>
            <a:pPr lvl="0"/>
            <a:r>
              <a:rPr lang="en-US" dirty="0"/>
              <a:t>Body text in Delivery, 12 </a:t>
            </a:r>
            <a:r>
              <a:rPr lang="en-US" dirty="0" err="1"/>
              <a:t>pt</a:t>
            </a:r>
            <a:endParaRPr lang="en-US" dirty="0"/>
          </a:p>
          <a:p>
            <a:pPr lvl="1"/>
            <a:r>
              <a:rPr lang="en-US" dirty="0"/>
              <a:t>Bullet text, Delivery, 12 </a:t>
            </a:r>
            <a:r>
              <a:rPr lang="en-US" dirty="0" err="1"/>
              <a:t>pt</a:t>
            </a:r>
            <a:r>
              <a:rPr lang="en-US" dirty="0"/>
              <a:t> </a:t>
            </a:r>
          </a:p>
          <a:p>
            <a:pPr lvl="2"/>
            <a:r>
              <a:rPr lang="en-US" dirty="0"/>
              <a:t>Bullet text, Delivery, 12 </a:t>
            </a:r>
            <a:r>
              <a:rPr lang="en-US" dirty="0" err="1"/>
              <a:t>pt</a:t>
            </a:r>
            <a:endParaRPr lang="en-US" dirty="0"/>
          </a:p>
          <a:p>
            <a:pPr lvl="3"/>
            <a:r>
              <a:rPr lang="en-US" dirty="0"/>
              <a:t>Bullet text, Delivery, 12 </a:t>
            </a:r>
            <a:r>
              <a:rPr lang="en-US" dirty="0" err="1"/>
              <a:t>pt</a:t>
            </a:r>
            <a:r>
              <a:rPr lang="en-US" dirty="0"/>
              <a:t> </a:t>
            </a:r>
          </a:p>
          <a:p>
            <a:pPr lvl="4"/>
            <a:r>
              <a:rPr lang="en-US" dirty="0"/>
              <a:t>Action title, Delivery Regular, 15 </a:t>
            </a:r>
            <a:r>
              <a:rPr lang="en-US" dirty="0" err="1"/>
              <a:t>pt</a:t>
            </a:r>
            <a:endParaRPr lang="en-US" dirty="0"/>
          </a:p>
          <a:p>
            <a:pPr lvl="5"/>
            <a:r>
              <a:rPr lang="en-US" dirty="0"/>
              <a:t>Paragraph Headline, Delivery Bold, 12 </a:t>
            </a:r>
            <a:r>
              <a:rPr lang="en-US" dirty="0" err="1"/>
              <a:t>pt</a:t>
            </a:r>
            <a:endParaRPr lang="en-US" dirty="0"/>
          </a:p>
          <a:p>
            <a:pPr lvl="6"/>
            <a:r>
              <a:rPr lang="en-US" dirty="0"/>
              <a:t>Bullet number, Delivery, 12 </a:t>
            </a:r>
            <a:r>
              <a:rPr lang="en-US" dirty="0" err="1"/>
              <a:t>pt</a:t>
            </a:r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BCAE12-7456-4DFA-8832-22E05FDDD1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Double headline with one or two lines, Delivery Bold, 18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1FF1B3-6C52-429B-B6E4-B7B0F4F27A4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DHL | Presentation title | Location | xx Month 20xx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348D45-3AD0-4D87-AB1B-0B3F1D9CDBB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245BC1-4D7B-4ED3-8F01-840FA35126C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113336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dark image full sc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C82AB236-DAFD-49F7-BBC2-7E52C86EE7C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33333"/>
          </a:solidFill>
        </p:spPr>
        <p:txBody>
          <a:bodyPr lIns="72000" tIns="72000" rIns="72000" bIns="72000"/>
          <a:lstStyle>
            <a:lvl1pPr marL="0" marR="0" indent="0" algn="r" defTabSz="6858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Please click the icon to insert an 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AF2E6C-875C-432B-B47A-A9E589B7C4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Double headline with one or two lines, Delivery Bold, 18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CD9EC0-783C-4E03-8B54-EB815AE37DC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DHL | Presentation title | Location | xx Month 20xx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164768-AEA5-4631-BC4A-8DB3B9447D6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2245BC1-4D7B-4ED3-8F01-840FA35126C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66D239E5-258B-41CA-ABAF-4A71EA5D0B1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24000" y="1150938"/>
            <a:ext cx="8495999" cy="352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 marL="0" marR="0" indent="0" algn="l" defTabSz="6858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6pPr>
            <a:lvl7pPr>
              <a:buClr>
                <a:schemeClr val="bg1"/>
              </a:buClr>
              <a:defRPr sz="1200">
                <a:solidFill>
                  <a:schemeClr val="bg1"/>
                </a:solidFill>
              </a:defRPr>
            </a:lvl7pPr>
          </a:lstStyle>
          <a:p>
            <a:pPr lvl="0"/>
            <a:r>
              <a:rPr lang="en-US" dirty="0"/>
              <a:t>Body text in Delivery, 12 </a:t>
            </a:r>
            <a:r>
              <a:rPr lang="en-US" dirty="0" err="1"/>
              <a:t>pt</a:t>
            </a:r>
            <a:endParaRPr lang="en-US" dirty="0"/>
          </a:p>
          <a:p>
            <a:pPr lvl="1"/>
            <a:r>
              <a:rPr lang="en-US" dirty="0"/>
              <a:t>Bullet text, Delivery, 12 </a:t>
            </a:r>
            <a:r>
              <a:rPr lang="en-US" dirty="0" err="1"/>
              <a:t>pt</a:t>
            </a:r>
            <a:r>
              <a:rPr lang="en-US" dirty="0"/>
              <a:t> </a:t>
            </a:r>
          </a:p>
          <a:p>
            <a:pPr lvl="2"/>
            <a:r>
              <a:rPr lang="en-US" dirty="0"/>
              <a:t>Bullet text, Delivery, 12 </a:t>
            </a:r>
            <a:r>
              <a:rPr lang="en-US" dirty="0" err="1"/>
              <a:t>pt</a:t>
            </a:r>
            <a:endParaRPr lang="en-US" dirty="0"/>
          </a:p>
          <a:p>
            <a:pPr lvl="3"/>
            <a:r>
              <a:rPr lang="en-US" dirty="0"/>
              <a:t>Bullet text, Delivery, 12 </a:t>
            </a:r>
            <a:r>
              <a:rPr lang="en-US" dirty="0" err="1"/>
              <a:t>pt</a:t>
            </a:r>
            <a:r>
              <a:rPr lang="en-US" dirty="0"/>
              <a:t> </a:t>
            </a:r>
          </a:p>
          <a:p>
            <a:pPr lvl="4"/>
            <a:r>
              <a:rPr lang="en-US" dirty="0"/>
              <a:t>Action title, Delivery Regular, 15 </a:t>
            </a:r>
            <a:r>
              <a:rPr lang="en-US" dirty="0" err="1"/>
              <a:t>pt</a:t>
            </a:r>
            <a:endParaRPr lang="en-US" dirty="0"/>
          </a:p>
          <a:p>
            <a:pPr lvl="5"/>
            <a:r>
              <a:rPr lang="en-US" dirty="0"/>
              <a:t>Paragraph Headline, Delivery Bold, 12 </a:t>
            </a:r>
            <a:r>
              <a:rPr lang="en-US" dirty="0" err="1"/>
              <a:t>pt</a:t>
            </a:r>
            <a:endParaRPr lang="en-US" dirty="0"/>
          </a:p>
          <a:p>
            <a:pPr lvl="6"/>
            <a:r>
              <a:rPr lang="en-US" dirty="0"/>
              <a:t>Bullet number, Delivery, 12 </a:t>
            </a:r>
            <a:r>
              <a:rPr lang="en-US" dirty="0" err="1"/>
              <a:t>pt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2010233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: full screen video with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dia Placeholder 5">
            <a:extLst>
              <a:ext uri="{FF2B5EF4-FFF2-40B4-BE49-F238E27FC236}">
                <a16:creationId xmlns:a16="http://schemas.microsoft.com/office/drawing/2014/main" id="{DB4843D2-D66C-4483-9BEF-0EA790E357B6}"/>
              </a:ext>
            </a:extLst>
          </p:cNvPr>
          <p:cNvSpPr>
            <a:spLocks noGrp="1"/>
          </p:cNvSpPr>
          <p:nvPr>
            <p:ph type="media" sz="quarter" idx="12" hasCustomPrompt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CCCCCC"/>
          </a:solidFill>
        </p:spPr>
        <p:txBody>
          <a:bodyPr lIns="72000" tIns="72000" rIns="72000" bIns="72000"/>
          <a:lstStyle>
            <a:lvl1pPr algn="r">
              <a:defRPr/>
            </a:lvl1pPr>
          </a:lstStyle>
          <a:p>
            <a:r>
              <a:rPr lang="en-US" dirty="0"/>
              <a:t>Please click the icon to insert a video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0885550-4E65-4CBF-8046-671CF042C5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Double headline with one or two lines, Delivery Bold, 18 </a:t>
            </a:r>
            <a:r>
              <a:rPr lang="en-US" dirty="0" err="1"/>
              <a:t>pt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3867406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: full page gradient">
    <p:bg>
      <p:bgPr>
        <a:gradFill>
          <a:gsLst>
            <a:gs pos="30000">
              <a:schemeClr val="accent3"/>
            </a:gs>
            <a:gs pos="79000">
              <a:srgbClr val="FFDE59"/>
            </a:gs>
            <a:gs pos="100000">
              <a:srgbClr val="FFF0B2"/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9381F4-F305-4DA8-90F9-2961F8C2455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DHL | Presentation title | Location | xx Month 20xx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A6B0F1-5579-4CB2-B05C-7E560EFBC16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245BC1-4D7B-4ED3-8F01-840FA35126C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5ABAA4C-A627-4F72-ADBD-217F33287BF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74117" y="1963196"/>
            <a:ext cx="5233987" cy="897618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ts val="3000"/>
              </a:lnSpc>
              <a:spcAft>
                <a:spcPts val="0"/>
              </a:spcAft>
              <a:defRPr sz="2500" i="1">
                <a:solidFill>
                  <a:schemeClr val="accent4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“This space is reserved for quotes.</a:t>
            </a:r>
            <a:br>
              <a:rPr lang="en-US" dirty="0"/>
            </a:br>
            <a:r>
              <a:rPr lang="en-US" dirty="0"/>
              <a:t>Delivery Italic, 25 pt.”</a:t>
            </a:r>
          </a:p>
        </p:txBody>
      </p:sp>
    </p:spTree>
    <p:extLst>
      <p:ext uri="{BB962C8B-B14F-4D97-AF65-F5344CB8AC3E}">
        <p14:creationId xmlns:p14="http://schemas.microsoft.com/office/powerpoint/2010/main" val="21059331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nal: full page gradient">
    <p:bg>
      <p:bgPr>
        <a:gradFill>
          <a:gsLst>
            <a:gs pos="30000">
              <a:schemeClr val="accent3"/>
            </a:gs>
            <a:gs pos="79000">
              <a:srgbClr val="FFDE59"/>
            </a:gs>
            <a:gs pos="100000">
              <a:srgbClr val="FFF0B2"/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9381F4-F305-4DA8-90F9-2961F8C2455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DHL | Presentation title | Location | xx Month 20xx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A6B0F1-5579-4CB2-B05C-7E560EFBC16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245BC1-4D7B-4ED3-8F01-840FA35126C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0DCF4F-94A3-4ECD-931B-78A92C777558}"/>
              </a:ext>
            </a:extLst>
          </p:cNvPr>
          <p:cNvSpPr txBox="1"/>
          <p:nvPr/>
        </p:nvSpPr>
        <p:spPr>
          <a:xfrm>
            <a:off x="319293" y="1485178"/>
            <a:ext cx="3134163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3600" b="0" cap="all" baseline="0" noProof="0" dirty="0">
                <a:solidFill>
                  <a:schemeClr val="accent4"/>
                </a:solidFill>
                <a:latin typeface="Delivery Cd Black" panose="020F0906020204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48103157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KPI Operational Defin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" name="Object 28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9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29" name="Object 28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Table 3"/>
          <p:cNvGraphicFramePr>
            <a:graphicFrameLocks noGrp="1" noChangeAspect="1"/>
          </p:cNvGraphicFramePr>
          <p:nvPr userDrawn="1">
            <p:extLst>
              <p:ext uri="{D42A27DB-BD31-4B8C-83A1-F6EECF244321}">
                <p14:modId xmlns:p14="http://schemas.microsoft.com/office/powerpoint/2010/main" val="2205432463"/>
              </p:ext>
            </p:extLst>
          </p:nvPr>
        </p:nvGraphicFramePr>
        <p:xfrm>
          <a:off x="414002" y="717247"/>
          <a:ext cx="8413951" cy="38348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81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829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491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0876">
                <a:tc>
                  <a:txBody>
                    <a:bodyPr/>
                    <a:lstStyle/>
                    <a:p>
                      <a:pPr marL="0" marR="0" indent="0" algn="l" defTabSz="93296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b="1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 gridSpan="2">
                  <a:txBody>
                    <a:bodyPr/>
                    <a:lstStyle/>
                    <a:p>
                      <a:endParaRPr lang="en-US" sz="900"/>
                    </a:p>
                  </a:txBody>
                  <a:tcPr marL="94024" marR="94024" marT="35259" marB="352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2625"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94024" marR="94024" marT="35259" marB="352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6022"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94024" marR="94024" marT="35259" marB="352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endParaRPr lang="en-US" sz="900"/>
                    </a:p>
                  </a:txBody>
                  <a:tcPr marL="94024" marR="94024" marT="35259" marB="352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88152"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94024" marR="94024" marT="35259" marB="352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94024" marR="94024" marT="35259" marB="352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94024" marR="94024" marT="35259" marB="352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900" i="1"/>
                    </a:p>
                  </a:txBody>
                  <a:tcPr marL="94024" marR="94024" marT="35259" marB="352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0" name="Rectangle 29"/>
          <p:cNvSpPr/>
          <p:nvPr userDrawn="1"/>
        </p:nvSpPr>
        <p:spPr>
          <a:xfrm>
            <a:off x="2019540" y="938715"/>
            <a:ext cx="6766560" cy="54864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900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ChangeArrowheads="1"/>
          </p:cNvSpPr>
          <p:nvPr userDrawn="1"/>
        </p:nvSpPr>
        <p:spPr bwMode="gray">
          <a:xfrm>
            <a:off x="456703" y="732158"/>
            <a:ext cx="1463040" cy="15234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34290" tIns="6858" rIns="34290" bIns="6858" anchor="t" anchorCtr="0">
            <a:spAutoFit/>
          </a:bodyPr>
          <a:lstStyle/>
          <a:p>
            <a:pPr defTabSz="658416" eaLnBrk="0" hangingPunct="0"/>
            <a:r>
              <a:rPr lang="en-US" sz="900" b="1">
                <a:solidFill>
                  <a:srgbClr val="000000"/>
                </a:solidFill>
              </a:rPr>
              <a:t>KPI Name &amp; Acronym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0" hasCustomPrompt="1"/>
          </p:nvPr>
        </p:nvSpPr>
        <p:spPr>
          <a:xfrm>
            <a:off x="2054761" y="980902"/>
            <a:ext cx="6675120" cy="138500"/>
          </a:xfrm>
          <a:noFill/>
        </p:spPr>
        <p:txBody>
          <a:bodyPr anchor="t"/>
          <a:lstStyle>
            <a:lvl1pPr algn="l" defTabSz="658416">
              <a:buClr>
                <a:srgbClr val="FFCC00"/>
              </a:buClr>
              <a:buFont typeface="Wingdings" pitchFamily="2" charset="2"/>
              <a:buNone/>
              <a:defRPr sz="900"/>
            </a:lvl1pPr>
          </a:lstStyle>
          <a:p>
            <a:pPr defTabSz="877888">
              <a:buClr>
                <a:srgbClr val="FFCC00"/>
              </a:buClr>
              <a:buFont typeface="Wingdings" pitchFamily="2" charset="2"/>
              <a:buNone/>
            </a:pPr>
            <a:r>
              <a:rPr lang="en-US" sz="900">
                <a:solidFill>
                  <a:srgbClr val="000000"/>
                </a:solidFill>
              </a:rPr>
              <a:t>Short description of the measurement and its objectives</a:t>
            </a:r>
          </a:p>
        </p:txBody>
      </p:sp>
      <p:sp>
        <p:nvSpPr>
          <p:cNvPr id="15" name="Rectangle 6"/>
          <p:cNvSpPr>
            <a:spLocks noChangeArrowheads="1"/>
          </p:cNvSpPr>
          <p:nvPr userDrawn="1"/>
        </p:nvSpPr>
        <p:spPr bwMode="gray">
          <a:xfrm>
            <a:off x="2021160" y="750363"/>
            <a:ext cx="6766560" cy="15234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34290" tIns="6858" rIns="34290" bIns="6858" anchor="t" anchorCtr="0">
            <a:spAutoFit/>
          </a:bodyPr>
          <a:lstStyle/>
          <a:p>
            <a:pPr defTabSz="658416" eaLnBrk="0" hangingPunct="0"/>
            <a:r>
              <a:rPr lang="en-US" sz="900" b="1">
                <a:solidFill>
                  <a:srgbClr val="000000"/>
                </a:solidFill>
              </a:rPr>
              <a:t>Description</a:t>
            </a:r>
          </a:p>
        </p:txBody>
      </p:sp>
      <p:sp>
        <p:nvSpPr>
          <p:cNvPr id="16" name="Rectangle 6"/>
          <p:cNvSpPr>
            <a:spLocks noChangeArrowheads="1"/>
          </p:cNvSpPr>
          <p:nvPr userDrawn="1"/>
        </p:nvSpPr>
        <p:spPr bwMode="gray">
          <a:xfrm>
            <a:off x="2025923" y="1547253"/>
            <a:ext cx="6766560" cy="15234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34290" tIns="6858" rIns="34290" bIns="6858" anchor="t" anchorCtr="0">
            <a:spAutoFit/>
          </a:bodyPr>
          <a:lstStyle/>
          <a:p>
            <a:pPr defTabSz="658416" eaLnBrk="0" hangingPunct="0"/>
            <a:r>
              <a:rPr lang="en-US" sz="900" b="1">
                <a:solidFill>
                  <a:srgbClr val="000000"/>
                </a:solidFill>
              </a:rPr>
              <a:t>KPI Definition and</a:t>
            </a:r>
            <a:r>
              <a:rPr lang="en-US" sz="900" b="1" baseline="0">
                <a:solidFill>
                  <a:srgbClr val="000000"/>
                </a:solidFill>
              </a:rPr>
              <a:t> </a:t>
            </a:r>
            <a:r>
              <a:rPr lang="en-US" sz="900" b="1">
                <a:solidFill>
                  <a:srgbClr val="000000"/>
                </a:solidFill>
              </a:rPr>
              <a:t>Calculation Rules</a:t>
            </a:r>
          </a:p>
        </p:txBody>
      </p:sp>
      <p:sp>
        <p:nvSpPr>
          <p:cNvPr id="17" name="Rectangle 6"/>
          <p:cNvSpPr>
            <a:spLocks noChangeArrowheads="1"/>
          </p:cNvSpPr>
          <p:nvPr userDrawn="1"/>
        </p:nvSpPr>
        <p:spPr bwMode="gray">
          <a:xfrm>
            <a:off x="443061" y="1548115"/>
            <a:ext cx="1463040" cy="15234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34290" tIns="6858" rIns="34290" bIns="6858" anchor="t" anchorCtr="0">
            <a:spAutoFit/>
          </a:bodyPr>
          <a:lstStyle/>
          <a:p>
            <a:pPr defTabSz="658416" eaLnBrk="0" hangingPunct="0"/>
            <a:r>
              <a:rPr lang="en-US" sz="900" b="1">
                <a:solidFill>
                  <a:srgbClr val="000000"/>
                </a:solidFill>
              </a:rPr>
              <a:t>Version</a:t>
            </a:r>
          </a:p>
        </p:txBody>
      </p:sp>
      <p:sp>
        <p:nvSpPr>
          <p:cNvPr id="18" name="Rectangle 6"/>
          <p:cNvSpPr>
            <a:spLocks noChangeArrowheads="1"/>
          </p:cNvSpPr>
          <p:nvPr userDrawn="1"/>
        </p:nvSpPr>
        <p:spPr bwMode="gray">
          <a:xfrm>
            <a:off x="455783" y="2149147"/>
            <a:ext cx="1463040" cy="15234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34290" tIns="6858" rIns="34290" bIns="6858" anchor="t" anchorCtr="0">
            <a:spAutoFit/>
          </a:bodyPr>
          <a:lstStyle/>
          <a:p>
            <a:pPr defTabSz="658416" eaLnBrk="0" hangingPunct="0"/>
            <a:r>
              <a:rPr lang="en-US" sz="900" b="1">
                <a:solidFill>
                  <a:srgbClr val="000000"/>
                </a:solidFill>
              </a:rPr>
              <a:t>KPI Owner</a:t>
            </a:r>
          </a:p>
        </p:txBody>
      </p:sp>
      <p:sp>
        <p:nvSpPr>
          <p:cNvPr id="19" name="Rectangle 6"/>
          <p:cNvSpPr>
            <a:spLocks noChangeArrowheads="1"/>
          </p:cNvSpPr>
          <p:nvPr userDrawn="1"/>
        </p:nvSpPr>
        <p:spPr bwMode="gray">
          <a:xfrm>
            <a:off x="456705" y="4121565"/>
            <a:ext cx="1463040" cy="15234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34290" tIns="6858" rIns="34290" bIns="6858" anchor="t" anchorCtr="0">
            <a:spAutoFit/>
          </a:bodyPr>
          <a:lstStyle/>
          <a:p>
            <a:pPr defTabSz="658416" eaLnBrk="0" hangingPunct="0"/>
            <a:r>
              <a:rPr lang="en-US" sz="900" b="1">
                <a:solidFill>
                  <a:srgbClr val="000000"/>
                </a:solidFill>
              </a:rPr>
              <a:t>Approve by</a:t>
            </a:r>
          </a:p>
        </p:txBody>
      </p:sp>
      <p:sp>
        <p:nvSpPr>
          <p:cNvPr id="20" name="Rectangle 6"/>
          <p:cNvSpPr>
            <a:spLocks noChangeArrowheads="1"/>
          </p:cNvSpPr>
          <p:nvPr userDrawn="1"/>
        </p:nvSpPr>
        <p:spPr bwMode="gray">
          <a:xfrm>
            <a:off x="2021161" y="4129516"/>
            <a:ext cx="3200400" cy="15234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34290" tIns="6858" rIns="34290" bIns="6858" anchor="t" anchorCtr="0">
            <a:spAutoFit/>
          </a:bodyPr>
          <a:lstStyle/>
          <a:p>
            <a:pPr defTabSz="658416" eaLnBrk="0" hangingPunct="0"/>
            <a:r>
              <a:rPr lang="en-US" sz="900" b="1">
                <a:solidFill>
                  <a:srgbClr val="000000"/>
                </a:solidFill>
              </a:rPr>
              <a:t>Data Sources</a:t>
            </a:r>
          </a:p>
        </p:txBody>
      </p:sp>
      <p:sp>
        <p:nvSpPr>
          <p:cNvPr id="21" name="Rectangle 6"/>
          <p:cNvSpPr>
            <a:spLocks noChangeArrowheads="1"/>
          </p:cNvSpPr>
          <p:nvPr userDrawn="1"/>
        </p:nvSpPr>
        <p:spPr bwMode="gray">
          <a:xfrm>
            <a:off x="5313677" y="4127237"/>
            <a:ext cx="3468553" cy="15234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34290" tIns="6858" rIns="34290" bIns="6858" anchor="t" anchorCtr="0">
            <a:spAutoFit/>
          </a:bodyPr>
          <a:lstStyle/>
          <a:p>
            <a:pPr defTabSz="658416" eaLnBrk="0" hangingPunct="0"/>
            <a:r>
              <a:rPr lang="en-US" sz="900" b="1">
                <a:solidFill>
                  <a:srgbClr val="000000"/>
                </a:solidFill>
              </a:rPr>
              <a:t>Reporting Frequency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sz="quarter" idx="12" hasCustomPrompt="1"/>
          </p:nvPr>
        </p:nvSpPr>
        <p:spPr>
          <a:xfrm>
            <a:off x="2032975" y="4314016"/>
            <a:ext cx="3200400" cy="149994"/>
          </a:xfrm>
        </p:spPr>
        <p:txBody>
          <a:bodyPr anchor="t"/>
          <a:lstStyle>
            <a:lvl1pPr>
              <a:defRPr sz="900"/>
            </a:lvl1pPr>
            <a:lvl2pPr marL="0" indent="0">
              <a:buNone/>
              <a:defRPr sz="900"/>
            </a:lvl2pPr>
          </a:lstStyle>
          <a:p>
            <a:pPr marL="0" lvl="1" defTabSz="658416" eaLnBrk="0" hangingPunct="0">
              <a:buClr>
                <a:srgbClr val="FFCC00"/>
              </a:buClr>
            </a:pPr>
            <a:r>
              <a:rPr lang="en-US" sz="825">
                <a:solidFill>
                  <a:srgbClr val="000000"/>
                </a:solidFill>
              </a:rPr>
              <a:t>Data sources </a:t>
            </a:r>
          </a:p>
        </p:txBody>
      </p:sp>
      <p:sp>
        <p:nvSpPr>
          <p:cNvPr id="25" name="Text Placeholder 22"/>
          <p:cNvSpPr>
            <a:spLocks noGrp="1"/>
          </p:cNvSpPr>
          <p:nvPr>
            <p:ph type="body" sz="quarter" idx="14" hasCustomPrompt="1"/>
          </p:nvPr>
        </p:nvSpPr>
        <p:spPr>
          <a:xfrm>
            <a:off x="466231" y="4317560"/>
            <a:ext cx="1463040" cy="138500"/>
          </a:xfrm>
        </p:spPr>
        <p:txBody>
          <a:bodyPr anchor="t"/>
          <a:lstStyle>
            <a:lvl1pPr defTabSz="658416">
              <a:buClr>
                <a:srgbClr val="FFCC00"/>
              </a:buClr>
              <a:buFont typeface="Wingdings" pitchFamily="2" charset="2"/>
              <a:buNone/>
              <a:defRPr sz="900" b="0"/>
            </a:lvl1pPr>
          </a:lstStyle>
          <a:p>
            <a:pPr defTabSz="877888">
              <a:buClr>
                <a:srgbClr val="FFCC00"/>
              </a:buClr>
              <a:buFont typeface="Wingdings" pitchFamily="2" charset="2"/>
              <a:buNone/>
            </a:pPr>
            <a:r>
              <a:rPr lang="en-US" sz="900">
                <a:solidFill>
                  <a:srgbClr val="000000"/>
                </a:solidFill>
              </a:rPr>
              <a:t>Approver; DD/MM/YYYY</a:t>
            </a:r>
          </a:p>
        </p:txBody>
      </p:sp>
      <p:sp>
        <p:nvSpPr>
          <p:cNvPr id="27" name="Text Placeholder 22"/>
          <p:cNvSpPr>
            <a:spLocks noGrp="1"/>
          </p:cNvSpPr>
          <p:nvPr>
            <p:ph type="body" sz="quarter" idx="16" hasCustomPrompt="1"/>
          </p:nvPr>
        </p:nvSpPr>
        <p:spPr>
          <a:xfrm>
            <a:off x="460542" y="1725308"/>
            <a:ext cx="1463040" cy="163695"/>
          </a:xfrm>
        </p:spPr>
        <p:txBody>
          <a:bodyPr anchor="t"/>
          <a:lstStyle>
            <a:lvl1pPr>
              <a:defRPr sz="900"/>
            </a:lvl1pPr>
          </a:lstStyle>
          <a:p>
            <a:pPr lvl="0"/>
            <a:r>
              <a:rPr lang="en-US"/>
              <a:t>&lt;Version #&gt;</a:t>
            </a:r>
          </a:p>
        </p:txBody>
      </p:sp>
      <p:sp>
        <p:nvSpPr>
          <p:cNvPr id="28" name="Text Placeholder 22"/>
          <p:cNvSpPr>
            <a:spLocks noGrp="1"/>
          </p:cNvSpPr>
          <p:nvPr>
            <p:ph type="body" sz="quarter" idx="17" hasCustomPrompt="1"/>
          </p:nvPr>
        </p:nvSpPr>
        <p:spPr>
          <a:xfrm>
            <a:off x="472137" y="930337"/>
            <a:ext cx="1463040" cy="548640"/>
          </a:xfrm>
        </p:spPr>
        <p:txBody>
          <a:bodyPr anchor="t"/>
          <a:lstStyle>
            <a:lvl1pPr>
              <a:defRPr sz="900" b="1" baseline="0"/>
            </a:lvl1pPr>
          </a:lstStyle>
          <a:p>
            <a:pPr lvl="0"/>
            <a:r>
              <a:rPr lang="en-US"/>
              <a:t>&lt;KPI Name&gt;</a:t>
            </a:r>
          </a:p>
        </p:txBody>
      </p:sp>
      <p:sp>
        <p:nvSpPr>
          <p:cNvPr id="31" name="Title 30"/>
          <p:cNvSpPr>
            <a:spLocks noGrp="1"/>
          </p:cNvSpPr>
          <p:nvPr>
            <p:ph type="title" hasCustomPrompt="1"/>
          </p:nvPr>
        </p:nvSpPr>
        <p:spPr>
          <a:xfrm>
            <a:off x="414000" y="150679"/>
            <a:ext cx="5734064" cy="519219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&lt;KPI NAME&gt;</a:t>
            </a:r>
          </a:p>
        </p:txBody>
      </p:sp>
      <p:sp>
        <p:nvSpPr>
          <p:cNvPr id="35" name="Rechteck 8"/>
          <p:cNvSpPr/>
          <p:nvPr userDrawn="1"/>
        </p:nvSpPr>
        <p:spPr bwMode="gray">
          <a:xfrm>
            <a:off x="8422229" y="4560679"/>
            <a:ext cx="362862" cy="1890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algn="r" defTabSz="746522" eaLnBrk="0" fontAlgn="base" hangingPunct="0">
              <a:spcBef>
                <a:spcPct val="0"/>
              </a:spcBef>
              <a:spcAft>
                <a:spcPct val="0"/>
              </a:spcAft>
            </a:pPr>
            <a:fld id="{2E45E626-985F-4F96-B1C4-178AC390C14C}" type="slidenum">
              <a:rPr lang="en-US" sz="750" smtClean="0">
                <a:solidFill>
                  <a:srgbClr val="000000"/>
                </a:solidFill>
              </a:rPr>
              <a:pPr algn="r" defTabSz="746522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sz="750">
              <a:solidFill>
                <a:srgbClr val="000000"/>
              </a:solidFill>
            </a:endParaRPr>
          </a:p>
        </p:txBody>
      </p:sp>
      <p:sp>
        <p:nvSpPr>
          <p:cNvPr id="36" name="Text Placeholder 22"/>
          <p:cNvSpPr>
            <a:spLocks noGrp="1"/>
          </p:cNvSpPr>
          <p:nvPr>
            <p:ph type="body" sz="quarter" idx="19" hasCustomPrompt="1"/>
          </p:nvPr>
        </p:nvSpPr>
        <p:spPr>
          <a:xfrm>
            <a:off x="5328006" y="4306065"/>
            <a:ext cx="3434837" cy="149994"/>
          </a:xfrm>
        </p:spPr>
        <p:txBody>
          <a:bodyPr anchor="t"/>
          <a:lstStyle>
            <a:lvl1pPr>
              <a:defRPr sz="900"/>
            </a:lvl1pPr>
            <a:lvl2pPr marL="0" indent="0">
              <a:buNone/>
              <a:defRPr sz="900" baseline="0"/>
            </a:lvl2pPr>
          </a:lstStyle>
          <a:p>
            <a:pPr marL="0" lvl="1" defTabSz="658416" eaLnBrk="0" hangingPunct="0">
              <a:buClr>
                <a:srgbClr val="FFCC00"/>
              </a:buClr>
            </a:pPr>
            <a:r>
              <a:rPr lang="en-US" sz="825">
                <a:solidFill>
                  <a:srgbClr val="000000"/>
                </a:solidFill>
              </a:rPr>
              <a:t>Daily / Monthly / Annually</a:t>
            </a:r>
          </a:p>
        </p:txBody>
      </p:sp>
      <p:sp>
        <p:nvSpPr>
          <p:cNvPr id="53" name="Text Placeholder 12"/>
          <p:cNvSpPr>
            <a:spLocks noGrp="1"/>
          </p:cNvSpPr>
          <p:nvPr>
            <p:ph type="body" sz="quarter" idx="20" hasCustomPrompt="1"/>
          </p:nvPr>
        </p:nvSpPr>
        <p:spPr>
          <a:xfrm>
            <a:off x="2054761" y="1765162"/>
            <a:ext cx="6367468" cy="276999"/>
          </a:xfrm>
          <a:solidFill>
            <a:schemeClr val="accent3">
              <a:lumMod val="40000"/>
              <a:lumOff val="60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none"/>
        </p:style>
        <p:txBody>
          <a:bodyPr lIns="0" tIns="91440" bIns="91440" anchor="ctr"/>
          <a:lstStyle>
            <a:lvl1pPr algn="ctr" defTabSz="658416">
              <a:buClr>
                <a:srgbClr val="FFCC00"/>
              </a:buClr>
              <a:buFont typeface="Wingdings" pitchFamily="2" charset="2"/>
              <a:buNone/>
              <a:defRPr sz="900">
                <a:latin typeface="Cambria Math" panose="02040503050406030204" pitchFamily="18" charset="0"/>
                <a:ea typeface="Cambria Math" panose="02040503050406030204" pitchFamily="18" charset="0"/>
              </a:defRPr>
            </a:lvl1pPr>
          </a:lstStyle>
          <a:p>
            <a:pPr defTabSz="877888">
              <a:buClr>
                <a:srgbClr val="FFCC00"/>
              </a:buClr>
              <a:buFont typeface="Wingdings" pitchFamily="2" charset="2"/>
              <a:buNone/>
            </a:pPr>
            <a:r>
              <a:rPr lang="en-US" sz="900">
                <a:solidFill>
                  <a:srgbClr val="000000"/>
                </a:solidFill>
              </a:rPr>
              <a:t>Type equation here</a:t>
            </a:r>
          </a:p>
        </p:txBody>
      </p:sp>
      <p:sp>
        <p:nvSpPr>
          <p:cNvPr id="54" name="Text Placeholder 22"/>
          <p:cNvSpPr>
            <a:spLocks noGrp="1"/>
          </p:cNvSpPr>
          <p:nvPr>
            <p:ph type="body" sz="quarter" idx="21" hasCustomPrompt="1"/>
          </p:nvPr>
        </p:nvSpPr>
        <p:spPr>
          <a:xfrm>
            <a:off x="473260" y="2328069"/>
            <a:ext cx="1463040" cy="461645"/>
          </a:xfrm>
        </p:spPr>
        <p:txBody>
          <a:bodyPr anchor="t"/>
          <a:lstStyle>
            <a:lvl1pPr defTabSz="658416">
              <a:buClr>
                <a:srgbClr val="FFCC00"/>
              </a:buClr>
              <a:buFont typeface="Wingdings" pitchFamily="2" charset="2"/>
              <a:buNone/>
              <a:defRPr sz="900" b="1" baseline="0"/>
            </a:lvl1pPr>
          </a:lstStyle>
          <a:p>
            <a:pPr defTabSz="877888">
              <a:buClr>
                <a:srgbClr val="FFCC00"/>
              </a:buClr>
              <a:buFont typeface="Wingdings" pitchFamily="2" charset="2"/>
              <a:buNone/>
            </a:pPr>
            <a:r>
              <a:rPr lang="en-US" sz="900">
                <a:solidFill>
                  <a:srgbClr val="000000"/>
                </a:solidFill>
              </a:rPr>
              <a:t>Owner’s name, department</a:t>
            </a:r>
          </a:p>
        </p:txBody>
      </p:sp>
      <p:sp>
        <p:nvSpPr>
          <p:cNvPr id="55" name="Text Placeholder 22"/>
          <p:cNvSpPr>
            <a:spLocks noGrp="1"/>
          </p:cNvSpPr>
          <p:nvPr>
            <p:ph type="body" sz="quarter" idx="22" hasCustomPrompt="1"/>
          </p:nvPr>
        </p:nvSpPr>
        <p:spPr>
          <a:xfrm>
            <a:off x="466229" y="3272545"/>
            <a:ext cx="1463040" cy="138500"/>
          </a:xfrm>
        </p:spPr>
        <p:txBody>
          <a:bodyPr anchor="t"/>
          <a:lstStyle>
            <a:lvl1pPr defTabSz="658416">
              <a:buClr>
                <a:srgbClr val="FFCC00"/>
              </a:buClr>
              <a:buFont typeface="Wingdings" pitchFamily="2" charset="2"/>
              <a:buNone/>
              <a:defRPr sz="900" b="1" baseline="0"/>
            </a:lvl1pPr>
          </a:lstStyle>
          <a:p>
            <a:pPr defTabSz="877888">
              <a:buClr>
                <a:srgbClr val="FFCC00"/>
              </a:buClr>
              <a:buFont typeface="Wingdings" pitchFamily="2" charset="2"/>
              <a:buNone/>
            </a:pPr>
            <a:r>
              <a:rPr lang="en-US" sz="900">
                <a:solidFill>
                  <a:srgbClr val="000000"/>
                </a:solidFill>
              </a:rPr>
              <a:t>Contact Name (optional)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24" hasCustomPrompt="1"/>
          </p:nvPr>
        </p:nvSpPr>
        <p:spPr>
          <a:xfrm>
            <a:off x="2038859" y="2127987"/>
            <a:ext cx="6723984" cy="1920240"/>
          </a:xfrm>
        </p:spPr>
        <p:txBody>
          <a:bodyPr lIns="182880" tIns="91440" anchor="t"/>
          <a:lstStyle>
            <a:lvl1pPr>
              <a:defRPr sz="900"/>
            </a:lvl1pPr>
            <a:lvl2pPr marL="148205" indent="-146990">
              <a:buClr>
                <a:srgbClr val="FFC000"/>
              </a:buClr>
              <a:buFont typeface="Arial" panose="020B0604020202020204" pitchFamily="34" charset="0"/>
              <a:buChar char="■"/>
              <a:defRPr sz="900"/>
            </a:lvl2pPr>
            <a:lvl3pPr>
              <a:buClr>
                <a:srgbClr val="FFC000"/>
              </a:buClr>
              <a:defRPr sz="900"/>
            </a:lvl3pPr>
            <a:lvl4pPr>
              <a:buClr>
                <a:srgbClr val="FFC000"/>
              </a:buClr>
              <a:defRPr sz="900"/>
            </a:lvl4pPr>
            <a:lvl5pPr>
              <a:buClr>
                <a:srgbClr val="FFC000"/>
              </a:buClr>
              <a:defRPr sz="900"/>
            </a:lvl5pPr>
          </a:lstStyle>
          <a:p>
            <a:pPr lvl="0"/>
            <a:r>
              <a:rPr lang="en-US"/>
              <a:t>Description of calculation formula and scope of measurement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Rechteck 11"/>
          <p:cNvSpPr/>
          <p:nvPr userDrawn="1"/>
        </p:nvSpPr>
        <p:spPr bwMode="hidden">
          <a:xfrm>
            <a:off x="179388" y="4464245"/>
            <a:ext cx="8784000" cy="540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accent3"/>
              </a:gs>
              <a:gs pos="36000">
                <a:schemeClr val="accent3">
                  <a:alpha val="77000"/>
                </a:schemeClr>
              </a:gs>
              <a:gs pos="52000">
                <a:schemeClr val="accent3">
                  <a:alpha val="90000"/>
                </a:schemeClr>
              </a:gs>
              <a:gs pos="74000">
                <a:schemeClr val="accent3"/>
              </a:gs>
            </a:gsLst>
            <a:lin ang="5400000" scaled="0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08000" tIns="108000" rIns="108000" bIns="108000" numCol="1" rtlCol="0" anchor="ctr" anchorCtr="0" compatLnSpc="1">
            <a:prstTxWarp prst="textNoShape">
              <a:avLst/>
            </a:prstTxWarp>
          </a:bodyPr>
          <a:lstStyle/>
          <a:p>
            <a:pPr defTabSz="746522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050">
              <a:solidFill>
                <a:srgbClr val="000000"/>
              </a:solidFill>
            </a:endParaRPr>
          </a:p>
        </p:txBody>
      </p:sp>
      <p:sp>
        <p:nvSpPr>
          <p:cNvPr id="32" name="Rechteck 8"/>
          <p:cNvSpPr/>
          <p:nvPr userDrawn="1"/>
        </p:nvSpPr>
        <p:spPr bwMode="gray">
          <a:xfrm>
            <a:off x="8422229" y="4560679"/>
            <a:ext cx="362862" cy="1890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algn="r" defTabSz="746522" eaLnBrk="0" fontAlgn="base" hangingPunct="0">
              <a:spcBef>
                <a:spcPct val="0"/>
              </a:spcBef>
              <a:spcAft>
                <a:spcPct val="0"/>
              </a:spcAft>
            </a:pPr>
            <a:fld id="{2E45E626-985F-4F96-B1C4-178AC390C14C}" type="slidenum">
              <a:rPr lang="en-US" sz="750" smtClean="0">
                <a:solidFill>
                  <a:srgbClr val="000000"/>
                </a:solidFill>
              </a:rPr>
              <a:pPr algn="r" defTabSz="746522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sz="750">
              <a:solidFill>
                <a:srgbClr val="000000"/>
              </a:solidFill>
            </a:endParaRPr>
          </a:p>
        </p:txBody>
      </p:sp>
      <p:pic>
        <p:nvPicPr>
          <p:cNvPr id="34" name="Picture 3" descr="C:\MyData\Docs\01_Presentations in Progress\27183_Template2010\20140402_Formatted_Templates\DHL_rgb_BG.png"/>
          <p:cNvPicPr>
            <a:picLocks noChangeAspect="1" noChangeArrowheads="1"/>
          </p:cNvPicPr>
          <p:nvPr userDrawn="1"/>
        </p:nvPicPr>
        <p:blipFill>
          <a:blip r:embed="rId5"/>
          <a:stretch>
            <a:fillRect/>
          </a:stretch>
        </p:blipFill>
        <p:spPr bwMode="auto">
          <a:xfrm>
            <a:off x="466229" y="4608660"/>
            <a:ext cx="1463040" cy="158342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Rectangle 6"/>
          <p:cNvSpPr>
            <a:spLocks noChangeArrowheads="1"/>
          </p:cNvSpPr>
          <p:nvPr userDrawn="1"/>
        </p:nvSpPr>
        <p:spPr bwMode="gray">
          <a:xfrm>
            <a:off x="443061" y="3032760"/>
            <a:ext cx="1463040" cy="15234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34290" tIns="6858" rIns="34290" bIns="6858" anchor="t" anchorCtr="0">
            <a:spAutoFit/>
          </a:bodyPr>
          <a:lstStyle/>
          <a:p>
            <a:pPr defTabSz="658416" eaLnBrk="0" hangingPunct="0"/>
            <a:r>
              <a:rPr lang="en-US" sz="900" b="1">
                <a:solidFill>
                  <a:srgbClr val="000000"/>
                </a:solidFill>
              </a:rPr>
              <a:t>KPI Contact</a:t>
            </a:r>
          </a:p>
        </p:txBody>
      </p:sp>
    </p:spTree>
    <p:extLst>
      <p:ext uri="{BB962C8B-B14F-4D97-AF65-F5344CB8AC3E}">
        <p14:creationId xmlns:p14="http://schemas.microsoft.com/office/powerpoint/2010/main" val="41606381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ags" Target="../tags/tag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3A8CB9F4-FAF1-76A9-2C18-BEB17E680F2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4"/>
            </p:custDataLst>
            <p:extLst>
              <p:ext uri="{D42A27DB-BD31-4B8C-83A1-F6EECF244321}">
                <p14:modId xmlns:p14="http://schemas.microsoft.com/office/powerpoint/2010/main" val="38347861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5" imgW="592" imgH="595" progId="TCLayout.ActiveDocument.1">
                  <p:embed/>
                </p:oleObj>
              </mc:Choice>
              <mc:Fallback>
                <p:oleObj name="think-cell Slide" r:id="rId25" imgW="592" imgH="59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A8CB9F4-FAF1-76A9-2C18-BEB17E680F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A856C2E-8F2D-41A0-AE6C-F0526A45A6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3999" y="4803982"/>
            <a:ext cx="8117532" cy="138499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>DHL | Presentation title | Location | xx Month 20xx</a:t>
            </a:r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C9B7831-1594-4A3A-AB85-33FDCF3EA9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41531" y="4803982"/>
            <a:ext cx="378469" cy="13849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2245BC1-4D7B-4ED3-8F01-840FA35126C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Placeholder 6">
            <a:extLst>
              <a:ext uri="{FF2B5EF4-FFF2-40B4-BE49-F238E27FC236}">
                <a16:creationId xmlns:a16="http://schemas.microsoft.com/office/drawing/2014/main" id="{82927099-8B95-48F9-92CE-1BDC9AB08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385163"/>
            <a:ext cx="8495999" cy="49395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r>
              <a:rPr lang="en-US" dirty="0"/>
              <a:t>Double headline with one or two lines, Delivery Bold, 18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2" name="Textplatzhalter 1">
            <a:extLst>
              <a:ext uri="{FF2B5EF4-FFF2-40B4-BE49-F238E27FC236}">
                <a16:creationId xmlns:a16="http://schemas.microsoft.com/office/drawing/2014/main" id="{41540D8D-44A2-4357-96AC-187F9742D3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3999" y="1150938"/>
            <a:ext cx="8496151" cy="35306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Body </a:t>
            </a:r>
            <a:r>
              <a:rPr lang="de-DE" dirty="0" err="1"/>
              <a:t>text</a:t>
            </a:r>
            <a:r>
              <a:rPr lang="de-DE" dirty="0"/>
              <a:t> in </a:t>
            </a:r>
            <a:r>
              <a:rPr lang="de-DE" dirty="0" err="1"/>
              <a:t>Delivery</a:t>
            </a:r>
            <a:r>
              <a:rPr lang="de-DE" dirty="0"/>
              <a:t>, 12 </a:t>
            </a:r>
            <a:r>
              <a:rPr lang="de-DE" dirty="0" err="1"/>
              <a:t>pt</a:t>
            </a:r>
            <a:endParaRPr lang="de-DE" dirty="0"/>
          </a:p>
          <a:p>
            <a:pPr lvl="1"/>
            <a:r>
              <a:rPr lang="de-DE" dirty="0"/>
              <a:t>Bullet </a:t>
            </a:r>
            <a:r>
              <a:rPr lang="de-DE" dirty="0" err="1"/>
              <a:t>text</a:t>
            </a:r>
            <a:r>
              <a:rPr lang="de-DE" dirty="0"/>
              <a:t>, </a:t>
            </a:r>
            <a:r>
              <a:rPr lang="de-DE" dirty="0" err="1"/>
              <a:t>Delivery</a:t>
            </a:r>
            <a:r>
              <a:rPr lang="de-DE" dirty="0"/>
              <a:t>, 12 </a:t>
            </a:r>
            <a:r>
              <a:rPr lang="de-DE" dirty="0" err="1"/>
              <a:t>pt</a:t>
            </a:r>
            <a:endParaRPr lang="de-DE" dirty="0"/>
          </a:p>
          <a:p>
            <a:pPr lvl="2"/>
            <a:r>
              <a:rPr lang="de-DE" dirty="0"/>
              <a:t>Bullet </a:t>
            </a:r>
            <a:r>
              <a:rPr lang="de-DE" dirty="0" err="1"/>
              <a:t>text</a:t>
            </a:r>
            <a:r>
              <a:rPr lang="de-DE" dirty="0"/>
              <a:t>, </a:t>
            </a:r>
            <a:r>
              <a:rPr lang="de-DE" dirty="0" err="1"/>
              <a:t>Delivery</a:t>
            </a:r>
            <a:r>
              <a:rPr lang="de-DE" dirty="0"/>
              <a:t>, 12 </a:t>
            </a:r>
            <a:r>
              <a:rPr lang="de-DE" dirty="0" err="1"/>
              <a:t>pt</a:t>
            </a:r>
            <a:endParaRPr lang="de-DE" dirty="0"/>
          </a:p>
          <a:p>
            <a:pPr lvl="3"/>
            <a:r>
              <a:rPr lang="de-DE" dirty="0"/>
              <a:t>Bullet </a:t>
            </a:r>
            <a:r>
              <a:rPr lang="de-DE" dirty="0" err="1"/>
              <a:t>text</a:t>
            </a:r>
            <a:r>
              <a:rPr lang="de-DE" dirty="0"/>
              <a:t>, </a:t>
            </a:r>
            <a:r>
              <a:rPr lang="de-DE" dirty="0" err="1"/>
              <a:t>Delivery</a:t>
            </a:r>
            <a:r>
              <a:rPr lang="de-DE" dirty="0"/>
              <a:t>, 12 </a:t>
            </a:r>
            <a:r>
              <a:rPr lang="de-DE" dirty="0" err="1"/>
              <a:t>pt</a:t>
            </a:r>
            <a:endParaRPr lang="de-DE" dirty="0"/>
          </a:p>
          <a:p>
            <a:pPr lvl="4"/>
            <a:r>
              <a:rPr lang="de-DE" dirty="0"/>
              <a:t>Action title, </a:t>
            </a:r>
            <a:r>
              <a:rPr lang="de-DE" dirty="0" err="1"/>
              <a:t>Delivery</a:t>
            </a:r>
            <a:r>
              <a:rPr lang="de-DE" dirty="0"/>
              <a:t> Regular, 15 </a:t>
            </a:r>
            <a:r>
              <a:rPr lang="de-DE" dirty="0" err="1"/>
              <a:t>pt</a:t>
            </a:r>
            <a:endParaRPr lang="de-DE" dirty="0"/>
          </a:p>
          <a:p>
            <a:pPr lvl="5"/>
            <a:r>
              <a:rPr lang="de-DE" dirty="0"/>
              <a:t>Paragraph Headline, </a:t>
            </a:r>
            <a:r>
              <a:rPr lang="de-DE" dirty="0" err="1"/>
              <a:t>DeliveryBold</a:t>
            </a:r>
            <a:r>
              <a:rPr lang="de-DE" dirty="0"/>
              <a:t>, 12 </a:t>
            </a:r>
            <a:r>
              <a:rPr lang="de-DE" dirty="0" err="1"/>
              <a:t>pt</a:t>
            </a:r>
            <a:endParaRPr lang="de-DE" dirty="0"/>
          </a:p>
          <a:p>
            <a:pPr lvl="6"/>
            <a:r>
              <a:rPr lang="de-DE" dirty="0"/>
              <a:t>Bullet </a:t>
            </a:r>
            <a:r>
              <a:rPr lang="de-DE" dirty="0" err="1"/>
              <a:t>number</a:t>
            </a:r>
            <a:r>
              <a:rPr lang="de-DE" dirty="0"/>
              <a:t>, </a:t>
            </a:r>
            <a:r>
              <a:rPr lang="de-DE" dirty="0" err="1"/>
              <a:t>Delivery</a:t>
            </a:r>
            <a:r>
              <a:rPr lang="de-DE" dirty="0"/>
              <a:t>, 12 </a:t>
            </a:r>
            <a:r>
              <a:rPr lang="de-DE" dirty="0" err="1"/>
              <a:t>pt</a:t>
            </a:r>
            <a:endParaRPr lang="de-DE" dirty="0"/>
          </a:p>
        </p:txBody>
      </p:sp>
      <p:sp>
        <p:nvSpPr>
          <p:cNvPr id="3" name="MSIPCMContentMarking" descr="{&quot;HashCode&quot;:905108722,&quot;Placement&quot;:&quot;Header&quot;,&quot;Top&quot;:0.0,&quot;Left&quot;:0.0,&quot;SlideWidth&quot;:720,&quot;SlideHeight&quot;:405}">
            <a:extLst>
              <a:ext uri="{FF2B5EF4-FFF2-40B4-BE49-F238E27FC236}">
                <a16:creationId xmlns:a16="http://schemas.microsoft.com/office/drawing/2014/main" id="{73BB407B-197C-4DF5-BE90-EFEA44C42100}"/>
              </a:ext>
            </a:extLst>
          </p:cNvPr>
          <p:cNvSpPr txBox="1"/>
          <p:nvPr userDrawn="1"/>
        </p:nvSpPr>
        <p:spPr>
          <a:xfrm>
            <a:off x="0" y="0"/>
            <a:ext cx="1387009" cy="23431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747474"/>
                </a:solidFill>
                <a:latin typeface="Delivery" panose="020F0503020204020204" pitchFamily="34" charset="0"/>
              </a:rPr>
              <a:t>FOR INTERNAL USE</a:t>
            </a:r>
            <a:endParaRPr lang="en-US" sz="1000" dirty="0" err="1">
              <a:solidFill>
                <a:srgbClr val="747474"/>
              </a:solidFill>
              <a:latin typeface="Delivery" panose="020F05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446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69" r:id="rId5"/>
    <p:sldLayoutId id="2147483653" r:id="rId6"/>
    <p:sldLayoutId id="2147483654" r:id="rId7"/>
    <p:sldLayoutId id="2147483666" r:id="rId8"/>
    <p:sldLayoutId id="2147483655" r:id="rId9"/>
    <p:sldLayoutId id="2147483656" r:id="rId10"/>
    <p:sldLayoutId id="2147483657" r:id="rId11"/>
    <p:sldLayoutId id="2147483658" r:id="rId12"/>
    <p:sldLayoutId id="2147483670" r:id="rId13"/>
    <p:sldLayoutId id="2147483671" r:id="rId14"/>
    <p:sldLayoutId id="2147483672" r:id="rId15"/>
    <p:sldLayoutId id="2147483661" r:id="rId16"/>
    <p:sldLayoutId id="2147483662" r:id="rId17"/>
    <p:sldLayoutId id="2147483663" r:id="rId18"/>
    <p:sldLayoutId id="2147483668" r:id="rId19"/>
    <p:sldLayoutId id="2147483664" r:id="rId20"/>
    <p:sldLayoutId id="2147483665" r:id="rId21"/>
    <p:sldLayoutId id="2147483673" r:id="rId22"/>
  </p:sldLayoutIdLst>
  <p:hf hdr="0" dt="0"/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1800" b="1" kern="1200">
          <a:solidFill>
            <a:schemeClr val="accent4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lnSpc>
          <a:spcPct val="110000"/>
        </a:lnSpc>
        <a:spcBef>
          <a:spcPts val="0"/>
        </a:spcBef>
        <a:spcAft>
          <a:spcPts val="5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180000" indent="-180000" algn="l" defTabSz="685800" rtl="0" eaLnBrk="1" latinLnBrk="0" hangingPunct="1">
        <a:lnSpc>
          <a:spcPct val="110000"/>
        </a:lnSpc>
        <a:spcBef>
          <a:spcPts val="0"/>
        </a:spcBef>
        <a:spcAft>
          <a:spcPts val="500"/>
        </a:spcAft>
        <a:buClr>
          <a:schemeClr val="accent4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000" algn="l" defTabSz="685800" rtl="0" eaLnBrk="1" latinLnBrk="0" hangingPunct="1">
        <a:lnSpc>
          <a:spcPct val="110000"/>
        </a:lnSpc>
        <a:spcBef>
          <a:spcPts val="0"/>
        </a:spcBef>
        <a:spcAft>
          <a:spcPts val="500"/>
        </a:spcAft>
        <a:buClr>
          <a:schemeClr val="accent4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40000" indent="-180000" algn="l" defTabSz="685800" rtl="0" eaLnBrk="1" latinLnBrk="0" hangingPunct="1">
        <a:lnSpc>
          <a:spcPct val="110000"/>
        </a:lnSpc>
        <a:spcBef>
          <a:spcPts val="0"/>
        </a:spcBef>
        <a:spcAft>
          <a:spcPts val="500"/>
        </a:spcAft>
        <a:buClr>
          <a:schemeClr val="accent4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685800" rtl="0" eaLnBrk="1" latinLnBrk="0" hangingPunct="1">
        <a:lnSpc>
          <a:spcPct val="110000"/>
        </a:lnSpc>
        <a:spcBef>
          <a:spcPts val="0"/>
        </a:spcBef>
        <a:spcAft>
          <a:spcPts val="500"/>
        </a:spcAft>
        <a:buFont typeface="Arial" panose="020B0604020202020204" pitchFamily="34" charset="0"/>
        <a:buNone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6858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+mj-lt"/>
        <a:buNone/>
        <a:defRPr sz="1200" b="1" kern="1200">
          <a:solidFill>
            <a:schemeClr val="tx1"/>
          </a:solidFill>
          <a:latin typeface="+mn-lt"/>
          <a:ea typeface="+mn-ea"/>
          <a:cs typeface="+mn-cs"/>
        </a:defRPr>
      </a:lvl6pPr>
      <a:lvl7pPr marL="180000" indent="-180000" algn="l" defTabSz="685800" rtl="0" eaLnBrk="1" latinLnBrk="0" hangingPunct="1">
        <a:lnSpc>
          <a:spcPct val="110000"/>
        </a:lnSpc>
        <a:spcBef>
          <a:spcPts val="0"/>
        </a:spcBef>
        <a:spcAft>
          <a:spcPts val="500"/>
        </a:spcAft>
        <a:buClr>
          <a:schemeClr val="accent4"/>
        </a:buClr>
        <a:buFont typeface="+mj-lt"/>
        <a:buAutoNum type="arabicPeriod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indent="0" algn="l" defTabSz="685800" rtl="0" eaLnBrk="1" latinLnBrk="0" hangingPunct="1">
        <a:lnSpc>
          <a:spcPct val="110000"/>
        </a:lnSpc>
        <a:spcBef>
          <a:spcPts val="0"/>
        </a:spcBef>
        <a:spcAft>
          <a:spcPts val="5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180000" indent="-180000" algn="l" defTabSz="685800" rtl="0" eaLnBrk="1" latinLnBrk="0" hangingPunct="1">
        <a:lnSpc>
          <a:spcPct val="110000"/>
        </a:lnSpc>
        <a:spcBef>
          <a:spcPts val="0"/>
        </a:spcBef>
        <a:spcAft>
          <a:spcPts val="500"/>
        </a:spcAft>
        <a:buClr>
          <a:schemeClr val="accent4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000" algn="l" defTabSz="685800" rtl="0" eaLnBrk="1" latinLnBrk="0" hangingPunct="1">
        <a:lnSpc>
          <a:spcPct val="110000"/>
        </a:lnSpc>
        <a:spcBef>
          <a:spcPts val="0"/>
        </a:spcBef>
        <a:spcAft>
          <a:spcPts val="500"/>
        </a:spcAft>
        <a:buClr>
          <a:schemeClr val="accent4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40000" indent="-180000" algn="l" defTabSz="685800" rtl="0" eaLnBrk="1" latinLnBrk="0" hangingPunct="1">
        <a:lnSpc>
          <a:spcPct val="110000"/>
        </a:lnSpc>
        <a:spcBef>
          <a:spcPts val="0"/>
        </a:spcBef>
        <a:spcAft>
          <a:spcPts val="500"/>
        </a:spcAft>
        <a:buClr>
          <a:schemeClr val="accent4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685800" rtl="0" eaLnBrk="1" latinLnBrk="0" hangingPunct="1">
        <a:lnSpc>
          <a:spcPct val="110000"/>
        </a:lnSpc>
        <a:spcBef>
          <a:spcPts val="0"/>
        </a:spcBef>
        <a:spcAft>
          <a:spcPts val="500"/>
        </a:spcAft>
        <a:buFont typeface="Arial" panose="020B0604020202020204" pitchFamily="34" charset="0"/>
        <a:buNone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6858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+mj-lt"/>
        <a:buNone/>
        <a:defRPr sz="1200" b="1" kern="1200">
          <a:solidFill>
            <a:schemeClr val="tx1"/>
          </a:solidFill>
          <a:latin typeface="+mn-lt"/>
          <a:ea typeface="+mn-ea"/>
          <a:cs typeface="+mn-cs"/>
        </a:defRPr>
      </a:lvl6pPr>
      <a:lvl7pPr marL="180000" indent="-180000" algn="l" defTabSz="685800" rtl="0" eaLnBrk="1" latinLnBrk="0" hangingPunct="1">
        <a:lnSpc>
          <a:spcPct val="110000"/>
        </a:lnSpc>
        <a:spcBef>
          <a:spcPts val="0"/>
        </a:spcBef>
        <a:spcAft>
          <a:spcPts val="500"/>
        </a:spcAft>
        <a:buClr>
          <a:schemeClr val="accent4"/>
        </a:buClr>
        <a:buFont typeface="+mj-lt"/>
        <a:buAutoNum type="arabicPeriod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204" userDrawn="1">
          <p15:clr>
            <a:srgbClr val="F26B43"/>
          </p15:clr>
        </p15:guide>
        <p15:guide id="3" pos="5556" userDrawn="1">
          <p15:clr>
            <a:srgbClr val="F26B43"/>
          </p15:clr>
        </p15:guide>
        <p15:guide id="6" orient="horz" pos="725" userDrawn="1">
          <p15:clr>
            <a:srgbClr val="F26B43"/>
          </p15:clr>
        </p15:guide>
        <p15:guide id="17" orient="horz" pos="2949" userDrawn="1">
          <p15:clr>
            <a:srgbClr val="F26B43"/>
          </p15:clr>
        </p15:guide>
        <p15:guide id="18" orient="horz" pos="2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2.xml"/><Relationship Id="rId1" Type="http://schemas.openxmlformats.org/officeDocument/2006/relationships/tags" Target="../tags/tag10.xml"/><Relationship Id="rId5" Type="http://schemas.openxmlformats.org/officeDocument/2006/relationships/image" Target="../media/image6.png"/><Relationship Id="rId4" Type="http://schemas.openxmlformats.org/officeDocument/2006/relationships/image" Target="../media/image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B929FE18-29FB-0950-AFEB-6CC8BCF0DAC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2616615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92" imgH="595" progId="TCLayout.ActiveDocument.1">
                  <p:embed/>
                </p:oleObj>
              </mc:Choice>
              <mc:Fallback>
                <p:oleObj name="think-cell Slide" r:id="rId3" imgW="592" imgH="595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929FE18-29FB-0950-AFEB-6CC8BCF0DAC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046124" y="970296"/>
            <a:ext cx="6692359" cy="415499"/>
          </a:xfrm>
        </p:spPr>
        <p:txBody>
          <a:bodyPr/>
          <a:lstStyle/>
          <a:p>
            <a:pPr>
              <a:buClr>
                <a:srgbClr val="FFCC00"/>
              </a:buClr>
            </a:pPr>
            <a:r>
              <a:rPr lang="en-US" altLang="en-US" dirty="0"/>
              <a:t>To measure the percentage of Tickets that passed quality check by Service Quality Team</a:t>
            </a:r>
            <a:r>
              <a:rPr lang="en-US" dirty="0"/>
              <a:t>.</a:t>
            </a:r>
            <a:endParaRPr lang="en-US" alt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2046124" y="4320139"/>
            <a:ext cx="2208121" cy="126958"/>
          </a:xfrm>
        </p:spPr>
        <p:txBody>
          <a:bodyPr/>
          <a:lstStyle/>
          <a:p>
            <a:pPr lvl="1"/>
            <a:r>
              <a:rPr lang="en-US" sz="825">
                <a:solidFill>
                  <a:srgbClr val="000000"/>
                </a:solidFill>
              </a:rPr>
              <a:t>Global Service Now, Service Reporter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6"/>
          </p:nvPr>
        </p:nvSpPr>
        <p:spPr>
          <a:xfrm>
            <a:off x="466231" y="1720123"/>
            <a:ext cx="1293738" cy="138500"/>
          </a:xfrm>
        </p:spPr>
        <p:txBody>
          <a:bodyPr/>
          <a:lstStyle/>
          <a:p>
            <a:r>
              <a:rPr lang="en-US" dirty="0"/>
              <a:t>2024_01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7"/>
          </p:nvPr>
        </p:nvSpPr>
        <p:spPr>
          <a:xfrm>
            <a:off x="458280" y="916949"/>
            <a:ext cx="1463040" cy="276999"/>
          </a:xfrm>
        </p:spPr>
        <p:txBody>
          <a:bodyPr/>
          <a:lstStyle/>
          <a:p>
            <a:pPr defTabSz="658416">
              <a:lnSpc>
                <a:spcPct val="100000"/>
              </a:lnSpc>
              <a:spcAft>
                <a:spcPts val="0"/>
              </a:spcAft>
              <a:buClr>
                <a:srgbClr val="FFCC00"/>
              </a:buClr>
            </a:pPr>
            <a:r>
              <a:rPr lang="en-US" dirty="0"/>
              <a:t>Emergency Incident with Good Quality</a:t>
            </a:r>
            <a:endParaRPr lang="en-US" b="0" dirty="0">
              <a:solidFill>
                <a:srgbClr val="000000"/>
              </a:solidFill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09496" y="156065"/>
            <a:ext cx="6237000" cy="525983"/>
          </a:xfrm>
        </p:spPr>
        <p:txBody>
          <a:bodyPr vert="horz"/>
          <a:lstStyle/>
          <a:p>
            <a:r>
              <a:rPr lang="en-US"/>
              <a:t>Emergency Incident </a:t>
            </a:r>
            <a:r>
              <a:rPr lang="en-US" dirty="0"/>
              <a:t>with Good Quality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9"/>
          </p:nvPr>
        </p:nvSpPr>
        <p:spPr>
          <a:xfrm>
            <a:off x="5333877" y="4314368"/>
            <a:ext cx="2576128" cy="138500"/>
          </a:xfrm>
        </p:spPr>
        <p:txBody>
          <a:bodyPr/>
          <a:lstStyle/>
          <a:p>
            <a:r>
              <a:rPr lang="cs-CZ"/>
              <a:t>Daily</a:t>
            </a:r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 Placeholder 12"/>
              <p:cNvSpPr>
                <a:spLocks noGrp="1"/>
              </p:cNvSpPr>
              <p:nvPr>
                <p:ph type="body" sz="quarter" idx="20"/>
              </p:nvPr>
            </p:nvSpPr>
            <p:spPr>
              <a:xfrm>
                <a:off x="2046123" y="1720123"/>
                <a:ext cx="6747584" cy="283489"/>
              </a:xfrm>
            </p:spPr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25" i="1">
                          <a:latin typeface="Cambria Math"/>
                        </a:rPr>
                        <m:t>𝑅𝑒𝑠𝑢𝑙𝑡</m:t>
                      </m:r>
                      <m:r>
                        <a:rPr lang="en-US" sz="825" i="1">
                          <a:latin typeface="Cambria Math"/>
                        </a:rPr>
                        <m:t>[%]=</m:t>
                      </m:r>
                      <m:f>
                        <m:fPr>
                          <m:ctrlPr>
                            <a:rPr lang="en-US" sz="825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altLang="en-US" sz="825" dirty="0"/>
                            <m:t># </m:t>
                          </m:r>
                          <m:r>
                            <m:rPr>
                              <m:nor/>
                            </m:rPr>
                            <a:rPr lang="en-US" altLang="en-US" sz="825" dirty="0"/>
                            <m:t>of</m:t>
                          </m:r>
                          <m:r>
                            <m:rPr>
                              <m:nor/>
                            </m:rPr>
                            <a:rPr lang="en-US" altLang="en-US" sz="825" dirty="0"/>
                            <m:t> [</m:t>
                          </m:r>
                          <m:r>
                            <m:rPr>
                              <m:nor/>
                            </m:rPr>
                            <a:rPr lang="en-US" altLang="en-US" sz="825" b="0" i="1" dirty="0" smtClean="0"/>
                            <m:t>Ticket</m:t>
                          </m:r>
                          <m:r>
                            <m:rPr>
                              <m:nor/>
                            </m:rPr>
                            <a:rPr lang="en-US" altLang="en-US" sz="825" b="0" i="1" dirty="0" smtClean="0"/>
                            <m:t> </m:t>
                          </m:r>
                          <m:r>
                            <m:rPr>
                              <m:nor/>
                            </m:rPr>
                            <a:rPr lang="en-US" altLang="en-US" sz="825" b="0" i="1" dirty="0" smtClean="0"/>
                            <m:t>with</m:t>
                          </m:r>
                          <m:r>
                            <m:rPr>
                              <m:nor/>
                            </m:rPr>
                            <a:rPr lang="en-US" altLang="en-US" sz="825" b="0" i="1" dirty="0" smtClean="0"/>
                            <m:t> </m:t>
                          </m:r>
                          <m:r>
                            <m:rPr>
                              <m:nor/>
                            </m:rPr>
                            <a:rPr lang="en-US" altLang="en-US" sz="825" b="0" i="1" dirty="0" smtClean="0"/>
                            <m:t>Good</m:t>
                          </m:r>
                          <m:r>
                            <m:rPr>
                              <m:nor/>
                            </m:rPr>
                            <a:rPr lang="en-US" altLang="en-US" sz="825" b="0" i="1" dirty="0" smtClean="0"/>
                            <m:t> </m:t>
                          </m:r>
                          <m:r>
                            <m:rPr>
                              <m:nor/>
                            </m:rPr>
                            <a:rPr lang="en-US" altLang="en-US" sz="825" b="0" i="1" dirty="0" smtClean="0"/>
                            <m:t>Quality</m:t>
                          </m:r>
                          <m:r>
                            <m:rPr>
                              <m:nor/>
                            </m:rPr>
                            <a:rPr lang="en-US" altLang="en-US" sz="825" dirty="0"/>
                            <m:t>]</m:t>
                          </m:r>
                          <m:r>
                            <a:rPr lang="en-US" altLang="en-US" sz="825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 altLang="en-US" sz="825" dirty="0"/>
                            <m:t># </m:t>
                          </m:r>
                          <m:r>
                            <m:rPr>
                              <m:nor/>
                            </m:rPr>
                            <a:rPr lang="en-US" altLang="en-US" sz="825" dirty="0"/>
                            <m:t>of</m:t>
                          </m:r>
                          <m:r>
                            <m:rPr>
                              <m:nor/>
                            </m:rPr>
                            <a:rPr lang="en-US" altLang="en-US" sz="825" dirty="0"/>
                            <m:t> [</m:t>
                          </m:r>
                          <m:r>
                            <m:rPr>
                              <m:nor/>
                            </m:rPr>
                            <a:rPr lang="en-US" altLang="en-US" sz="825" b="0" i="1" dirty="0" smtClean="0"/>
                            <m:t>Tickets</m:t>
                          </m:r>
                          <m:r>
                            <m:rPr>
                              <m:nor/>
                            </m:rPr>
                            <a:rPr lang="en-US" altLang="en-US" sz="825" b="0" i="1" dirty="0" smtClean="0"/>
                            <m:t> </m:t>
                          </m:r>
                          <m:r>
                            <m:rPr>
                              <m:nor/>
                            </m:rPr>
                            <a:rPr lang="en-US" altLang="en-US" sz="825" b="0" i="1" dirty="0" smtClean="0"/>
                            <m:t>Reviewed</m:t>
                          </m:r>
                          <m:r>
                            <m:rPr>
                              <m:nor/>
                            </m:rPr>
                            <a:rPr lang="en-US" altLang="en-US" sz="825" dirty="0"/>
                            <m:t>]</m:t>
                          </m:r>
                        </m:den>
                      </m:f>
                    </m:oMath>
                  </m:oMathPara>
                </a14:m>
                <a:endParaRPr lang="en-US" sz="825" dirty="0"/>
              </a:p>
            </p:txBody>
          </p:sp>
        </mc:Choice>
        <mc:Fallback xmlns="">
          <p:sp>
            <p:nvSpPr>
              <p:cNvPr id="13" name="Text Placeholder 1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20"/>
              </p:nvPr>
            </p:nvSpPr>
            <p:spPr>
              <a:xfrm>
                <a:off x="2046123" y="1720123"/>
                <a:ext cx="6747584" cy="283489"/>
              </a:xfrm>
              <a:blipFill>
                <a:blip r:embed="rId5"/>
                <a:stretch>
                  <a:fillRect t="-6250" b="-4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 Placeholder 13"/>
          <p:cNvSpPr>
            <a:spLocks noGrp="1"/>
          </p:cNvSpPr>
          <p:nvPr>
            <p:ph type="body" sz="quarter" idx="21"/>
          </p:nvPr>
        </p:nvSpPr>
        <p:spPr>
          <a:xfrm>
            <a:off x="466231" y="2327514"/>
            <a:ext cx="1409764" cy="276999"/>
          </a:xfrm>
        </p:spPr>
        <p:txBody>
          <a:bodyPr/>
          <a:lstStyle/>
          <a:p>
            <a:r>
              <a:rPr lang="en-US" dirty="0">
                <a:solidFill>
                  <a:srgbClr val="000000"/>
                </a:solidFill>
              </a:rPr>
              <a:t>Manoj Menon, ISQ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22"/>
          </p:nvPr>
        </p:nvSpPr>
        <p:spPr>
          <a:xfrm>
            <a:off x="466231" y="3253639"/>
            <a:ext cx="1293739" cy="276999"/>
          </a:xfrm>
        </p:spPr>
        <p:txBody>
          <a:bodyPr/>
          <a:lstStyle/>
          <a:p>
            <a:r>
              <a:rPr lang="en-US" dirty="0"/>
              <a:t>Esther Hong, </a:t>
            </a:r>
            <a:r>
              <a:rPr lang="en-US" b="0" dirty="0"/>
              <a:t>Service Quality</a:t>
            </a:r>
          </a:p>
        </p:txBody>
      </p:sp>
      <p:sp>
        <p:nvSpPr>
          <p:cNvPr id="18" name="Text Placeholder 10"/>
          <p:cNvSpPr txBox="1">
            <a:spLocks/>
          </p:cNvSpPr>
          <p:nvPr/>
        </p:nvSpPr>
        <p:spPr bwMode="auto">
          <a:xfrm>
            <a:off x="1929271" y="2029127"/>
            <a:ext cx="4919665" cy="14388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37160" tIns="68580" rIns="0" bIns="0" numCol="1" anchor="t" anchorCtr="0" compatLnSpc="1">
            <a:prstTxWarp prst="textNoShape">
              <a:avLst/>
            </a:prstTxWarp>
            <a:spAutoFit/>
          </a:bodyPr>
          <a:lstStyle>
            <a:lvl1pPr marL="0" indent="0" algn="l" defTabSz="913526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200" baseline="0">
                <a:solidFill>
                  <a:schemeClr val="tx1"/>
                </a:solidFill>
                <a:latin typeface="+mn-lt"/>
                <a:ea typeface="Arial Unicode MS" pitchFamily="34" charset="-128"/>
                <a:cs typeface="Arial Unicode MS" pitchFamily="34" charset="-128"/>
              </a:defRPr>
            </a:lvl1pPr>
            <a:lvl2pPr marL="197607" indent="-195987" algn="l" defTabSz="913526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Pct val="125000"/>
              <a:buFont typeface="Arial" panose="020B0604020202020204" pitchFamily="34" charset="0"/>
              <a:buChar char="■"/>
              <a:defRPr sz="1200" baseline="0">
                <a:solidFill>
                  <a:schemeClr val="tx1"/>
                </a:solidFill>
                <a:latin typeface="+mn-lt"/>
                <a:ea typeface="Arial Unicode MS" pitchFamily="34" charset="-128"/>
                <a:cs typeface="Arial Unicode MS" pitchFamily="34" charset="-128"/>
              </a:defRPr>
            </a:lvl2pPr>
            <a:lvl3pPr marL="441325" indent="-242888" algn="l" defTabSz="913526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Pct val="120000"/>
              <a:buFont typeface="Arial" charset="0"/>
              <a:buChar char="–"/>
              <a:defRPr sz="1200" baseline="0">
                <a:solidFill>
                  <a:schemeClr val="tx1"/>
                </a:solidFill>
                <a:latin typeface="+mn-lt"/>
                <a:ea typeface="Arial Unicode MS" pitchFamily="34" charset="-128"/>
                <a:cs typeface="Arial Unicode MS" pitchFamily="34" charset="-128"/>
              </a:defRPr>
            </a:lvl3pPr>
            <a:lvl4pPr marL="600075" indent="-166688" algn="l" defTabSz="913526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Pct val="115000"/>
              <a:buFont typeface="Arial" pitchFamily="34" charset="0"/>
              <a:buChar char="•"/>
              <a:defRPr sz="1200" baseline="0">
                <a:solidFill>
                  <a:schemeClr val="tx1"/>
                </a:solidFill>
                <a:latin typeface="+mn-lt"/>
                <a:ea typeface="Arial Unicode MS" pitchFamily="34" charset="-128"/>
                <a:cs typeface="Arial Unicode MS" pitchFamily="34" charset="-128"/>
              </a:defRPr>
            </a:lvl4pPr>
            <a:lvl5pPr marL="755650" indent="-147638" algn="l" defTabSz="913526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Pct val="89000"/>
              <a:buFont typeface="Arial" charset="0"/>
              <a:buChar char="-"/>
              <a:defRPr sz="1200" baseline="0">
                <a:solidFill>
                  <a:schemeClr val="tx1"/>
                </a:solidFill>
                <a:latin typeface="+mn-lt"/>
                <a:ea typeface="Arial Unicode MS" pitchFamily="34" charset="-128"/>
                <a:cs typeface="Arial Unicode MS" pitchFamily="34" charset="-128"/>
              </a:defRPr>
            </a:lvl5pPr>
            <a:lvl6pPr marL="765029" indent="-132818" algn="l" defTabSz="913526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>
                <a:solidFill>
                  <a:schemeClr val="tx1"/>
                </a:solidFill>
                <a:latin typeface="+mn-lt"/>
              </a:defRPr>
            </a:lvl6pPr>
            <a:lvl7pPr marL="765029" indent="-132818" algn="l" defTabSz="913526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>
                <a:solidFill>
                  <a:schemeClr val="tx1"/>
                </a:solidFill>
                <a:latin typeface="+mn-lt"/>
              </a:defRPr>
            </a:lvl7pPr>
            <a:lvl8pPr marL="765029" indent="-132818" algn="l" defTabSz="913526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>
                <a:solidFill>
                  <a:schemeClr val="tx1"/>
                </a:solidFill>
                <a:latin typeface="+mn-lt"/>
              </a:defRPr>
            </a:lvl8pPr>
            <a:lvl9pPr marL="765029" indent="-132818" algn="l" defTabSz="913526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>
                <a:solidFill>
                  <a:schemeClr val="tx1"/>
                </a:solidFill>
                <a:latin typeface="+mn-lt"/>
              </a:defRPr>
            </a:lvl9pPr>
          </a:lstStyle>
          <a:p>
            <a:pPr marL="1620" lvl="1" indent="0">
              <a:buClr>
                <a:srgbClr val="FFCC00"/>
              </a:buClr>
              <a:buSzTx/>
              <a:buNone/>
            </a:pPr>
            <a:r>
              <a:rPr lang="en-US" altLang="en-US" sz="900" b="1" dirty="0"/>
              <a:t>[# of Tickets Reviewed]</a:t>
            </a:r>
          </a:p>
          <a:p>
            <a:pPr marL="196850" lvl="1" indent="-136525">
              <a:buClr>
                <a:srgbClr val="FFCC00"/>
              </a:buClr>
              <a:buSzTx/>
            </a:pPr>
            <a:r>
              <a:rPr lang="en-US" altLang="en-US" sz="900" dirty="0"/>
              <a:t>Incident Type = Incident</a:t>
            </a:r>
          </a:p>
          <a:p>
            <a:pPr marL="196850" lvl="1" indent="-136525">
              <a:buClr>
                <a:srgbClr val="FFCC00"/>
              </a:buClr>
              <a:buSzTx/>
            </a:pPr>
            <a:r>
              <a:rPr lang="en-US" altLang="en-US" sz="900" dirty="0"/>
              <a:t>Ticket with Tag IN (</a:t>
            </a:r>
            <a:r>
              <a:rPr lang="en-US" sz="900" b="0" i="0" dirty="0">
                <a:solidFill>
                  <a:srgbClr val="000000"/>
                </a:solidFill>
                <a:effectLst/>
              </a:rPr>
              <a:t>SQ-</a:t>
            </a:r>
            <a:r>
              <a:rPr lang="en-US" sz="900" b="0" i="0" dirty="0" err="1">
                <a:solidFill>
                  <a:srgbClr val="000000"/>
                </a:solidFill>
                <a:effectLst/>
              </a:rPr>
              <a:t>QC_Fail</a:t>
            </a:r>
            <a:r>
              <a:rPr lang="en-US" sz="900" b="0" i="0" dirty="0">
                <a:solidFill>
                  <a:srgbClr val="000000"/>
                </a:solidFill>
                <a:effectLst/>
              </a:rPr>
              <a:t>, SQ-</a:t>
            </a:r>
            <a:r>
              <a:rPr lang="en-US" sz="900" b="0" i="0" dirty="0" err="1">
                <a:solidFill>
                  <a:srgbClr val="000000"/>
                </a:solidFill>
                <a:effectLst/>
              </a:rPr>
              <a:t>QC_Pass</a:t>
            </a:r>
            <a:r>
              <a:rPr lang="en-US" sz="900" b="0" i="0" dirty="0">
                <a:solidFill>
                  <a:srgbClr val="000000"/>
                </a:solidFill>
                <a:effectLst/>
              </a:rPr>
              <a:t>)</a:t>
            </a:r>
            <a:endParaRPr lang="en-US" altLang="en-US" sz="900" dirty="0"/>
          </a:p>
          <a:p>
            <a:pPr marL="196850" lvl="1" indent="-136525">
              <a:buClr>
                <a:srgbClr val="FFCC00"/>
              </a:buClr>
              <a:buSzTx/>
            </a:pPr>
            <a:r>
              <a:rPr lang="en-US" altLang="en-US" sz="900" dirty="0">
                <a:solidFill>
                  <a:srgbClr val="000000"/>
                </a:solidFill>
              </a:rPr>
              <a:t>Reporting period : Tickets are grouped based on Incident Resolved Date</a:t>
            </a:r>
            <a:endParaRPr lang="en-US" altLang="en-US" sz="900" dirty="0"/>
          </a:p>
          <a:p>
            <a:pPr marL="196850" lvl="1" indent="-136525">
              <a:buClr>
                <a:srgbClr val="FFCC00"/>
              </a:buClr>
              <a:buSzTx/>
            </a:pPr>
            <a:endParaRPr lang="en-US" altLang="en-US" sz="900" dirty="0"/>
          </a:p>
          <a:p>
            <a:pPr marL="1620" lvl="1" indent="0">
              <a:buClr>
                <a:srgbClr val="FFCC00"/>
              </a:buClr>
              <a:buSzTx/>
              <a:buNone/>
            </a:pPr>
            <a:endParaRPr lang="en-US" altLang="en-US" sz="900" b="1" dirty="0"/>
          </a:p>
          <a:p>
            <a:pPr marL="1620" lvl="1" indent="0">
              <a:buClr>
                <a:srgbClr val="FFCC00"/>
              </a:buClr>
              <a:buSzTx/>
              <a:buNone/>
            </a:pPr>
            <a:r>
              <a:rPr lang="en-US" altLang="en-US" sz="900" b="1" dirty="0"/>
              <a:t>[# of Tickets with Good Quality]</a:t>
            </a:r>
          </a:p>
          <a:p>
            <a:pPr marL="196850" lvl="1" indent="-136525">
              <a:buClr>
                <a:srgbClr val="FFCC00"/>
              </a:buClr>
              <a:buSzTx/>
            </a:pPr>
            <a:r>
              <a:rPr lang="en-US" altLang="en-US" sz="900" dirty="0"/>
              <a:t>Incident Type = Incident</a:t>
            </a:r>
          </a:p>
          <a:p>
            <a:pPr marL="196850" lvl="1" indent="-136525">
              <a:buClr>
                <a:srgbClr val="FFCC00"/>
              </a:buClr>
              <a:buSzTx/>
            </a:pPr>
            <a:r>
              <a:rPr lang="en-US" altLang="en-US" sz="900" dirty="0"/>
              <a:t>Ticket with Tag = </a:t>
            </a:r>
            <a:r>
              <a:rPr lang="en-US" sz="900" b="0" i="0" dirty="0">
                <a:solidFill>
                  <a:srgbClr val="000000"/>
                </a:solidFill>
                <a:effectLst/>
              </a:rPr>
              <a:t>SQ-</a:t>
            </a:r>
            <a:r>
              <a:rPr lang="en-US" sz="900" b="0" i="0" dirty="0" err="1">
                <a:solidFill>
                  <a:srgbClr val="000000"/>
                </a:solidFill>
                <a:effectLst/>
              </a:rPr>
              <a:t>QC_Pass</a:t>
            </a:r>
            <a:endParaRPr lang="en-US" altLang="en-US" sz="900" dirty="0"/>
          </a:p>
          <a:p>
            <a:pPr marL="196850" lvl="1" indent="-136525">
              <a:buClr>
                <a:srgbClr val="FFCC00"/>
              </a:buClr>
              <a:buSzTx/>
            </a:pPr>
            <a:endParaRPr lang="en-US" altLang="en-US" sz="800" dirty="0">
              <a:latin typeface="Delivery" panose="020F05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043094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rb6e8YCdXLpb9wckcScDw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rb6e8YCdXLpb9wckcScDw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9zDDC09a53Ko53PO9EPR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DHL_GBS">
  <a:themeElements>
    <a:clrScheme name="DPDHL">
      <a:dk1>
        <a:sysClr val="windowText" lastClr="000000"/>
      </a:dk1>
      <a:lt1>
        <a:sysClr val="window" lastClr="FFFFFF"/>
      </a:lt1>
      <a:dk2>
        <a:srgbClr val="B2B2B2"/>
      </a:dk2>
      <a:lt2>
        <a:srgbClr val="E5E5E5"/>
      </a:lt2>
      <a:accent1>
        <a:srgbClr val="8C8C8C"/>
      </a:accent1>
      <a:accent2>
        <a:srgbClr val="666666"/>
      </a:accent2>
      <a:accent3>
        <a:srgbClr val="FFCC00"/>
      </a:accent3>
      <a:accent4>
        <a:srgbClr val="D40511"/>
      </a:accent4>
      <a:accent5>
        <a:srgbClr val="EBEBEB"/>
      </a:accent5>
      <a:accent6>
        <a:srgbClr val="F2F2F2"/>
      </a:accent6>
      <a:hlink>
        <a:srgbClr val="000000"/>
      </a:hlink>
      <a:folHlink>
        <a:srgbClr val="000000"/>
      </a:folHlink>
    </a:clrScheme>
    <a:fontScheme name="DPDHL">
      <a:majorFont>
        <a:latin typeface="Delivery"/>
        <a:ea typeface=""/>
        <a:cs typeface=""/>
      </a:majorFont>
      <a:minorFont>
        <a:latin typeface="Deliver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lIns="72000" tIns="36000" rIns="72000" bIns="36000" rtlCol="0" anchor="t">
        <a:noAutofit/>
      </a:bodyPr>
      <a:lstStyle>
        <a:defPPr algn="l">
          <a:defRPr sz="12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lnSpc>
            <a:spcPct val="110000"/>
          </a:lnSpc>
          <a:spcAft>
            <a:spcPts val="500"/>
          </a:spcAft>
          <a:defRPr sz="1200" dirty="0" err="1" smtClean="0"/>
        </a:defPPr>
      </a:lstStyle>
    </a:txDef>
  </a:objectDefaults>
  <a:extraClrSchemeLst/>
  <a:custClrLst>
    <a:custClr name="100% Postyellow">
      <a:srgbClr val="FFCC00"/>
    </a:custClr>
    <a:custClr name="70% Postyellow">
      <a:srgbClr val="FFDB4C"/>
    </a:custClr>
    <a:custClr name="50% Postyellow">
      <a:srgbClr val="FFE57F"/>
    </a:custClr>
    <a:custClr name="30% Postyellow">
      <a:srgbClr val="FFF0B2"/>
    </a:custClr>
    <a:custClr name="20% Postyellow">
      <a:srgbClr val="FFF5CC"/>
    </a:custClr>
    <a:custClr name="None">
      <a:srgbClr val="FFFFFF"/>
    </a:custClr>
    <a:custClr name="Dark Green">
      <a:srgbClr val="007C39"/>
    </a:custClr>
    <a:custClr name="65% Postyellow">
      <a:srgbClr val="FFDE59"/>
    </a:custClr>
    <a:custClr name="None">
      <a:srgbClr val="FFFFFF"/>
    </a:custClr>
    <a:custClr name="None">
      <a:srgbClr val="FFFFFF"/>
    </a:custClr>
    <a:custClr name="Gray 80">
      <a:srgbClr val="333333"/>
    </a:custClr>
    <a:custClr name="Gray 60">
      <a:srgbClr val="666666"/>
    </a:custClr>
    <a:custClr name="Gray 45">
      <a:srgbClr val="8C8C8C"/>
    </a:custClr>
    <a:custClr name="Gray 30">
      <a:srgbClr val="B2B2B2"/>
    </a:custClr>
    <a:custClr name="Gray 20">
      <a:srgbClr val="CCCCCC"/>
    </a:custClr>
    <a:custClr name="Gray 10">
      <a:srgbClr val="E6E6E6"/>
    </a:custClr>
    <a:custClr name="Gray 08">
      <a:srgbClr val="EBEBEB"/>
    </a:custClr>
    <a:custClr name="Gray 05">
      <a:srgbClr val="F2F2F2"/>
    </a:custClr>
    <a:custClr name="None">
      <a:srgbClr val="FFFFFF"/>
    </a:custClr>
    <a:custClr name="None">
      <a:srgbClr val="FFFFFF"/>
    </a:custClr>
  </a:custClrLst>
  <a:extLst>
    <a:ext uri="{05A4C25C-085E-4340-85A3-A5531E510DB2}">
      <thm15:themeFamily xmlns:thm15="http://schemas.microsoft.com/office/thememl/2012/main" name="DHL_GBS.potx" id="{95E8690D-93FB-4DB9-BE03-E91910F7C7F9}" vid="{4AD76293-FDC9-4A57-9FBA-96073EA34286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53D862591723442B2527A34C9F76E98" ma:contentTypeVersion="11" ma:contentTypeDescription="Create a new document." ma:contentTypeScope="" ma:versionID="7e1e4c2d8c276ec6b0a59bc962a2e7fa">
  <xsd:schema xmlns:xsd="http://www.w3.org/2001/XMLSchema" xmlns:xs="http://www.w3.org/2001/XMLSchema" xmlns:p="http://schemas.microsoft.com/office/2006/metadata/properties" xmlns:ns2="e86e9c9c-bb5f-434d-94eb-fbbfe428429d" xmlns:ns3="49c25601-828a-4ef6-8982-29415328ca49" targetNamespace="http://schemas.microsoft.com/office/2006/metadata/properties" ma:root="true" ma:fieldsID="88b54ed4dfee9fb984e49405858f1711" ns2:_="" ns3:_="">
    <xsd:import namespace="e86e9c9c-bb5f-434d-94eb-fbbfe428429d"/>
    <xsd:import namespace="49c25601-828a-4ef6-8982-29415328ca4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86e9c9c-bb5f-434d-94eb-fbbfe428429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bb9e2a73-f419-4c44-99f5-cd310bbfdd7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c25601-828a-4ef6-8982-29415328ca49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9773ee66-f3e9-4763-af97-84c4bc05f02c}" ma:internalName="TaxCatchAll" ma:showField="CatchAllData" ma:web="49c25601-828a-4ef6-8982-29415328ca4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86e9c9c-bb5f-434d-94eb-fbbfe428429d">
      <Terms xmlns="http://schemas.microsoft.com/office/infopath/2007/PartnerControls"/>
    </lcf76f155ced4ddcb4097134ff3c332f>
    <TaxCatchAll xmlns="49c25601-828a-4ef6-8982-29415328ca49" xsi:nil="true"/>
  </documentManagement>
</p:properties>
</file>

<file path=customXml/itemProps1.xml><?xml version="1.0" encoding="utf-8"?>
<ds:datastoreItem xmlns:ds="http://schemas.openxmlformats.org/officeDocument/2006/customXml" ds:itemID="{3DD843B2-047A-476B-B41D-41DA118FE99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86e9c9c-bb5f-434d-94eb-fbbfe428429d"/>
    <ds:schemaRef ds:uri="49c25601-828a-4ef6-8982-29415328ca4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70BC39A-6935-4200-A303-5FB062416AD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FF59791-6C53-4786-9363-973FD11A0BE3}">
  <ds:schemaRefs>
    <ds:schemaRef ds:uri="http://schemas.microsoft.com/office/2006/metadata/properties"/>
    <ds:schemaRef ds:uri="http://schemas.microsoft.com/office/infopath/2007/PartnerControls"/>
    <ds:schemaRef ds:uri="e86e9c9c-bb5f-434d-94eb-fbbfe428429d"/>
    <ds:schemaRef ds:uri="49c25601-828a-4ef6-8982-29415328ca49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DHL_GBS_AIP</Template>
  <TotalTime>159</TotalTime>
  <Words>96</Words>
  <Application>Microsoft Office PowerPoint</Application>
  <PresentationFormat>On-screen Show (16:9)</PresentationFormat>
  <Paragraphs>18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1" baseType="lpstr">
      <vt:lpstr>Arial</vt:lpstr>
      <vt:lpstr>Calibri</vt:lpstr>
      <vt:lpstr>Cambria Math</vt:lpstr>
      <vt:lpstr>Delivery</vt:lpstr>
      <vt:lpstr>Delivery Cd Black</vt:lpstr>
      <vt:lpstr>Delivery Cd Light</vt:lpstr>
      <vt:lpstr>Symbol</vt:lpstr>
      <vt:lpstr>Wingdings</vt:lpstr>
      <vt:lpstr>DHL_GBS</vt:lpstr>
      <vt:lpstr>think-cell Slide</vt:lpstr>
      <vt:lpstr>Emergency Incident with Good Quality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SAMPLE TITLE ONE OR TWO LINES, DELIVERY CONDENSED BLACK, 36 PT</dc:title>
  <dc:creator>Michal Kares (DHL IT Services)</dc:creator>
  <cp:lastModifiedBy>Esther Hong Mei Lian (DHL IT Services)</cp:lastModifiedBy>
  <cp:revision>2</cp:revision>
  <dcterms:created xsi:type="dcterms:W3CDTF">2022-02-01T16:18:53Z</dcterms:created>
  <dcterms:modified xsi:type="dcterms:W3CDTF">2024-03-22T09:33:01Z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36915f3-2f02-4945-8997-f2963298db46_Enabled">
    <vt:lpwstr>true</vt:lpwstr>
  </property>
  <property fmtid="{D5CDD505-2E9C-101B-9397-08002B2CF9AE}" pid="3" name="MSIP_Label_736915f3-2f02-4945-8997-f2963298db46_SetDate">
    <vt:lpwstr>2022-02-01T16:21:46Z</vt:lpwstr>
  </property>
  <property fmtid="{D5CDD505-2E9C-101B-9397-08002B2CF9AE}" pid="4" name="MSIP_Label_736915f3-2f02-4945-8997-f2963298db46_Method">
    <vt:lpwstr>Standard</vt:lpwstr>
  </property>
  <property fmtid="{D5CDD505-2E9C-101B-9397-08002B2CF9AE}" pid="5" name="MSIP_Label_736915f3-2f02-4945-8997-f2963298db46_Name">
    <vt:lpwstr>Internal</vt:lpwstr>
  </property>
  <property fmtid="{D5CDD505-2E9C-101B-9397-08002B2CF9AE}" pid="6" name="MSIP_Label_736915f3-2f02-4945-8997-f2963298db46_SiteId">
    <vt:lpwstr>cd99fef8-1cd3-4a2a-9bdf-15531181d65e</vt:lpwstr>
  </property>
  <property fmtid="{D5CDD505-2E9C-101B-9397-08002B2CF9AE}" pid="7" name="MSIP_Label_736915f3-2f02-4945-8997-f2963298db46_ActionId">
    <vt:lpwstr>22bfbfd1-086b-4740-87e0-d3327460b6a0</vt:lpwstr>
  </property>
  <property fmtid="{D5CDD505-2E9C-101B-9397-08002B2CF9AE}" pid="8" name="MSIP_Label_736915f3-2f02-4945-8997-f2963298db46_ContentBits">
    <vt:lpwstr>1</vt:lpwstr>
  </property>
  <property fmtid="{D5CDD505-2E9C-101B-9397-08002B2CF9AE}" pid="9" name="ContentTypeId">
    <vt:lpwstr>0x010100553D862591723442B2527A34C9F76E98</vt:lpwstr>
  </property>
</Properties>
</file>